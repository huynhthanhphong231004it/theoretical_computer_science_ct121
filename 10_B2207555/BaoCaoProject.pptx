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6"/>
  </p:notesMasterIdLst>
  <p:sldIdLst>
    <p:sldId id="256" r:id="rId2"/>
    <p:sldId id="265" r:id="rId3"/>
    <p:sldId id="259" r:id="rId4"/>
    <p:sldId id="270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71" r:id="rId15"/>
  </p:sldIdLst>
  <p:sldSz cx="12192000" cy="6858000"/>
  <p:notesSz cx="6858000" cy="9144000"/>
  <p:embeddedFontLst>
    <p:embeddedFont>
      <p:font typeface="Barlow" panose="00000500000000000000" pitchFamily="2" charset="0"/>
      <p:regular r:id="rId17"/>
      <p:bold r:id="rId18"/>
      <p:italic r:id="rId19"/>
      <p:boldItalic r:id="rId20"/>
    </p:embeddedFont>
    <p:embeddedFont>
      <p:font typeface="Cambria Math" panose="02040503050406030204" pitchFamily="18" charset="0"/>
      <p:regular r:id="rId21"/>
    </p:embeddedFont>
    <p:embeddedFont>
      <p:font typeface="K2D" panose="00000800000000000000" pitchFamily="2" charset="-34"/>
      <p:regular r:id="rId22"/>
      <p:bold r:id="rId23"/>
      <p:italic r:id="rId24"/>
      <p:boldItalic r:id="rId25"/>
    </p:embeddedFont>
    <p:embeddedFont>
      <p:font typeface="Readex Pro" panose="020B0604020202020204" charset="-78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5CA9"/>
    <a:srgbClr val="FFFFFF"/>
    <a:srgbClr val="1F5CAA"/>
    <a:srgbClr val="CCFFFF"/>
    <a:srgbClr val="00AFEF"/>
    <a:srgbClr val="27ACE3"/>
    <a:srgbClr val="F2F2F2"/>
    <a:srgbClr val="000000"/>
    <a:srgbClr val="D9D9D9"/>
    <a:srgbClr val="BAB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31" autoAdjust="0"/>
    <p:restoredTop sz="94660"/>
  </p:normalViewPr>
  <p:slideViewPr>
    <p:cSldViewPr snapToGrid="0">
      <p:cViewPr varScale="1">
        <p:scale>
          <a:sx n="71" d="100"/>
          <a:sy n="71" d="100"/>
        </p:scale>
        <p:origin x="786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154212-4E22-486C-9FA3-C5D70673B552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ED0191E5-D0F3-4D5C-81F7-28F89A84B1E1}">
      <dgm:prSet phldrT="[Text]" phldr="0" custT="1"/>
      <dgm:spPr/>
      <dgm:t>
        <a:bodyPr/>
        <a:lstStyle/>
        <a:p>
          <a:r>
            <a:rPr lang="en-US" sz="30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Giới</a:t>
          </a:r>
          <a:r>
            <a:rPr lang="en-US" sz="3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thiệu</a:t>
          </a:r>
          <a:r>
            <a:rPr lang="en-US" sz="3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chung</a:t>
          </a:r>
          <a:r>
            <a:rPr lang="en-US" sz="3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về</a:t>
          </a:r>
          <a:r>
            <a:rPr lang="en-US" sz="3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bài</a:t>
          </a:r>
          <a:r>
            <a:rPr lang="en-US" sz="3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toán</a:t>
          </a:r>
          <a:endParaRPr lang="en-US" sz="30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06F98EB-BB82-40E4-A908-50D4FFF693BE}" type="parTrans" cxnId="{BBE62BA9-799D-4CD1-8E26-D5D2F4F695FD}">
      <dgm:prSet/>
      <dgm:spPr/>
      <dgm:t>
        <a:bodyPr/>
        <a:lstStyle/>
        <a:p>
          <a:endParaRPr lang="en-US" sz="300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AAFB36-5BDB-4F77-A36B-6330867DF3A9}" type="sibTrans" cxnId="{BBE62BA9-799D-4CD1-8E26-D5D2F4F695FD}">
      <dgm:prSet/>
      <dgm:spPr/>
      <dgm:t>
        <a:bodyPr/>
        <a:lstStyle/>
        <a:p>
          <a:endParaRPr lang="en-US" sz="300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5A9C7EF-BD7E-4FBB-897B-46CF8E315886}">
      <dgm:prSet phldrT="[Text]" phldr="0" custT="1"/>
      <dgm:spPr/>
      <dgm:t>
        <a:bodyPr/>
        <a:lstStyle/>
        <a:p>
          <a:r>
            <a:rPr lang="en-US" sz="30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sz="3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dựng</a:t>
          </a:r>
          <a:r>
            <a:rPr lang="en-US" sz="3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website </a:t>
          </a:r>
          <a:r>
            <a:rPr lang="en-US" sz="30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US" sz="3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lý</a:t>
          </a:r>
          <a:r>
            <a:rPr lang="en-US" sz="3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thuyết</a:t>
          </a:r>
          <a:r>
            <a:rPr lang="en-US" sz="3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Automata</a:t>
          </a:r>
        </a:p>
      </dgm:t>
    </dgm:pt>
    <dgm:pt modelId="{F2C20C9D-DC7B-4489-9A08-11EFD346B4C6}" type="parTrans" cxnId="{22F02A11-2865-40DF-92D7-A35AC9A83F98}">
      <dgm:prSet/>
      <dgm:spPr/>
      <dgm:t>
        <a:bodyPr/>
        <a:lstStyle/>
        <a:p>
          <a:endParaRPr lang="en-US" sz="300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C07052-5861-4177-AD2A-B23ACD4D829C}" type="sibTrans" cxnId="{22F02A11-2865-40DF-92D7-A35AC9A83F98}">
      <dgm:prSet/>
      <dgm:spPr/>
      <dgm:t>
        <a:bodyPr/>
        <a:lstStyle/>
        <a:p>
          <a:endParaRPr lang="en-US" sz="300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4443EA6-0153-433C-AFC1-2344E6226025}">
      <dgm:prSet phldrT="[Text]" phldr="0" custT="1"/>
      <dgm:spPr/>
      <dgm:t>
        <a:bodyPr/>
        <a:lstStyle/>
        <a:p>
          <a:r>
            <a:rPr lang="en-US" sz="30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US" sz="3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tích</a:t>
          </a:r>
          <a:r>
            <a:rPr lang="en-US" sz="3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30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đánh</a:t>
          </a:r>
          <a:r>
            <a:rPr lang="en-US" sz="3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giá</a:t>
          </a:r>
          <a:r>
            <a:rPr lang="en-US" sz="3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kết</a:t>
          </a:r>
          <a:r>
            <a:rPr lang="en-US" sz="3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quả</a:t>
          </a:r>
          <a:endParaRPr lang="en-US" sz="30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EC03195-9B54-466F-A0AC-9E4533BB669D}" type="parTrans" cxnId="{98BE5191-0DA7-409D-8389-426C4A7135E6}">
      <dgm:prSet/>
      <dgm:spPr/>
      <dgm:t>
        <a:bodyPr/>
        <a:lstStyle/>
        <a:p>
          <a:endParaRPr lang="en-US" sz="300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A4DEEAA-43B4-4496-89A8-BA5FB77042B5}" type="sibTrans" cxnId="{98BE5191-0DA7-409D-8389-426C4A7135E6}">
      <dgm:prSet/>
      <dgm:spPr/>
      <dgm:t>
        <a:bodyPr/>
        <a:lstStyle/>
        <a:p>
          <a:endParaRPr lang="en-US" sz="300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57AF4F8-DCEE-4087-9A05-88025DB3B469}" type="pres">
      <dgm:prSet presAssocID="{AF154212-4E22-486C-9FA3-C5D70673B552}" presName="linear" presStyleCnt="0">
        <dgm:presLayoutVars>
          <dgm:dir/>
          <dgm:animLvl val="lvl"/>
          <dgm:resizeHandles val="exact"/>
        </dgm:presLayoutVars>
      </dgm:prSet>
      <dgm:spPr/>
    </dgm:pt>
    <dgm:pt modelId="{A58AE310-1F02-428F-997F-3D1354CEDAAF}" type="pres">
      <dgm:prSet presAssocID="{ED0191E5-D0F3-4D5C-81F7-28F89A84B1E1}" presName="parentLin" presStyleCnt="0"/>
      <dgm:spPr/>
    </dgm:pt>
    <dgm:pt modelId="{49EFD27D-2E6A-44FB-8C75-74181CD0E47E}" type="pres">
      <dgm:prSet presAssocID="{ED0191E5-D0F3-4D5C-81F7-28F89A84B1E1}" presName="parentLeftMargin" presStyleLbl="node1" presStyleIdx="0" presStyleCnt="3"/>
      <dgm:spPr/>
    </dgm:pt>
    <dgm:pt modelId="{84DE8CF5-812B-49D3-A1F5-E5670620D98D}" type="pres">
      <dgm:prSet presAssocID="{ED0191E5-D0F3-4D5C-81F7-28F89A84B1E1}" presName="parentText" presStyleLbl="node1" presStyleIdx="0" presStyleCnt="3" custScaleX="114089">
        <dgm:presLayoutVars>
          <dgm:chMax val="0"/>
          <dgm:bulletEnabled val="1"/>
        </dgm:presLayoutVars>
      </dgm:prSet>
      <dgm:spPr/>
    </dgm:pt>
    <dgm:pt modelId="{9B596FE7-9D06-4B61-91DA-DC798508CDDD}" type="pres">
      <dgm:prSet presAssocID="{ED0191E5-D0F3-4D5C-81F7-28F89A84B1E1}" presName="negativeSpace" presStyleCnt="0"/>
      <dgm:spPr/>
    </dgm:pt>
    <dgm:pt modelId="{2C99B20E-53EE-4751-8373-4FC129A9BC72}" type="pres">
      <dgm:prSet presAssocID="{ED0191E5-D0F3-4D5C-81F7-28F89A84B1E1}" presName="childText" presStyleLbl="conFgAcc1" presStyleIdx="0" presStyleCnt="3">
        <dgm:presLayoutVars>
          <dgm:bulletEnabled val="1"/>
        </dgm:presLayoutVars>
      </dgm:prSet>
      <dgm:spPr/>
    </dgm:pt>
    <dgm:pt modelId="{F0F0CD9C-B73A-42B4-8388-24128745C407}" type="pres">
      <dgm:prSet presAssocID="{60AAFB36-5BDB-4F77-A36B-6330867DF3A9}" presName="spaceBetweenRectangles" presStyleCnt="0"/>
      <dgm:spPr/>
    </dgm:pt>
    <dgm:pt modelId="{0BB5D279-2920-43C8-8CAE-C760036D9B3E}" type="pres">
      <dgm:prSet presAssocID="{15A9C7EF-BD7E-4FBB-897B-46CF8E315886}" presName="parentLin" presStyleCnt="0"/>
      <dgm:spPr/>
    </dgm:pt>
    <dgm:pt modelId="{9B71EE79-7697-4E36-8950-34B1CD48428D}" type="pres">
      <dgm:prSet presAssocID="{15A9C7EF-BD7E-4FBB-897B-46CF8E315886}" presName="parentLeftMargin" presStyleLbl="node1" presStyleIdx="0" presStyleCnt="3"/>
      <dgm:spPr/>
    </dgm:pt>
    <dgm:pt modelId="{ADDF7560-1AB5-430F-B2C7-E32115E9E29C}" type="pres">
      <dgm:prSet presAssocID="{15A9C7EF-BD7E-4FBB-897B-46CF8E315886}" presName="parentText" presStyleLbl="node1" presStyleIdx="1" presStyleCnt="3" custScaleX="116108">
        <dgm:presLayoutVars>
          <dgm:chMax val="0"/>
          <dgm:bulletEnabled val="1"/>
        </dgm:presLayoutVars>
      </dgm:prSet>
      <dgm:spPr/>
    </dgm:pt>
    <dgm:pt modelId="{051BDBD4-FC1A-49D2-B392-CCBAF374CCCE}" type="pres">
      <dgm:prSet presAssocID="{15A9C7EF-BD7E-4FBB-897B-46CF8E315886}" presName="negativeSpace" presStyleCnt="0"/>
      <dgm:spPr/>
    </dgm:pt>
    <dgm:pt modelId="{849D5640-507E-4CFB-851B-B0F8E5D2B567}" type="pres">
      <dgm:prSet presAssocID="{15A9C7EF-BD7E-4FBB-897B-46CF8E315886}" presName="childText" presStyleLbl="conFgAcc1" presStyleIdx="1" presStyleCnt="3">
        <dgm:presLayoutVars>
          <dgm:bulletEnabled val="1"/>
        </dgm:presLayoutVars>
      </dgm:prSet>
      <dgm:spPr/>
    </dgm:pt>
    <dgm:pt modelId="{B2BF50E3-BD97-4C32-8231-6EB565D379DD}" type="pres">
      <dgm:prSet presAssocID="{21C07052-5861-4177-AD2A-B23ACD4D829C}" presName="spaceBetweenRectangles" presStyleCnt="0"/>
      <dgm:spPr/>
    </dgm:pt>
    <dgm:pt modelId="{83D4B708-BA0C-4A38-B00A-29E9DDB67B24}" type="pres">
      <dgm:prSet presAssocID="{34443EA6-0153-433C-AFC1-2344E6226025}" presName="parentLin" presStyleCnt="0"/>
      <dgm:spPr/>
    </dgm:pt>
    <dgm:pt modelId="{92405A9A-9B6F-4893-AF1C-B3B1510A1F3B}" type="pres">
      <dgm:prSet presAssocID="{34443EA6-0153-433C-AFC1-2344E6226025}" presName="parentLeftMargin" presStyleLbl="node1" presStyleIdx="1" presStyleCnt="3"/>
      <dgm:spPr/>
    </dgm:pt>
    <dgm:pt modelId="{292A5234-F624-42E1-90F2-DB739C4B902B}" type="pres">
      <dgm:prSet presAssocID="{34443EA6-0153-433C-AFC1-2344E6226025}" presName="parentText" presStyleLbl="node1" presStyleIdx="2" presStyleCnt="3" custScaleX="115919">
        <dgm:presLayoutVars>
          <dgm:chMax val="0"/>
          <dgm:bulletEnabled val="1"/>
        </dgm:presLayoutVars>
      </dgm:prSet>
      <dgm:spPr/>
    </dgm:pt>
    <dgm:pt modelId="{A6B83C5E-EABF-47AE-B860-1525EAFB2AE9}" type="pres">
      <dgm:prSet presAssocID="{34443EA6-0153-433C-AFC1-2344E6226025}" presName="negativeSpace" presStyleCnt="0"/>
      <dgm:spPr/>
    </dgm:pt>
    <dgm:pt modelId="{9702700D-5C79-4A68-8596-277A42205B03}" type="pres">
      <dgm:prSet presAssocID="{34443EA6-0153-433C-AFC1-2344E622602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2F02A11-2865-40DF-92D7-A35AC9A83F98}" srcId="{AF154212-4E22-486C-9FA3-C5D70673B552}" destId="{15A9C7EF-BD7E-4FBB-897B-46CF8E315886}" srcOrd="1" destOrd="0" parTransId="{F2C20C9D-DC7B-4489-9A08-11EFD346B4C6}" sibTransId="{21C07052-5861-4177-AD2A-B23ACD4D829C}"/>
    <dgm:cxn modelId="{EBC2C249-2BF4-4552-B597-F91274C4803D}" type="presOf" srcId="{34443EA6-0153-433C-AFC1-2344E6226025}" destId="{292A5234-F624-42E1-90F2-DB739C4B902B}" srcOrd="1" destOrd="0" presId="urn:microsoft.com/office/officeart/2005/8/layout/list1"/>
    <dgm:cxn modelId="{9C098E4D-AE42-40A1-996C-BF786742B5A2}" type="presOf" srcId="{ED0191E5-D0F3-4D5C-81F7-28F89A84B1E1}" destId="{49EFD27D-2E6A-44FB-8C75-74181CD0E47E}" srcOrd="0" destOrd="0" presId="urn:microsoft.com/office/officeart/2005/8/layout/list1"/>
    <dgm:cxn modelId="{5EBBBF78-EBCC-44E2-BD3D-95C8BE3B5AB7}" type="presOf" srcId="{15A9C7EF-BD7E-4FBB-897B-46CF8E315886}" destId="{9B71EE79-7697-4E36-8950-34B1CD48428D}" srcOrd="0" destOrd="0" presId="urn:microsoft.com/office/officeart/2005/8/layout/list1"/>
    <dgm:cxn modelId="{74DF677E-5487-4797-A18A-DB7E6F4612EE}" type="presOf" srcId="{ED0191E5-D0F3-4D5C-81F7-28F89A84B1E1}" destId="{84DE8CF5-812B-49D3-A1F5-E5670620D98D}" srcOrd="1" destOrd="0" presId="urn:microsoft.com/office/officeart/2005/8/layout/list1"/>
    <dgm:cxn modelId="{A632217F-899C-4E06-82A9-BF626F86D758}" type="presOf" srcId="{34443EA6-0153-433C-AFC1-2344E6226025}" destId="{92405A9A-9B6F-4893-AF1C-B3B1510A1F3B}" srcOrd="0" destOrd="0" presId="urn:microsoft.com/office/officeart/2005/8/layout/list1"/>
    <dgm:cxn modelId="{98BE5191-0DA7-409D-8389-426C4A7135E6}" srcId="{AF154212-4E22-486C-9FA3-C5D70673B552}" destId="{34443EA6-0153-433C-AFC1-2344E6226025}" srcOrd="2" destOrd="0" parTransId="{FEC03195-9B54-466F-A0AC-9E4533BB669D}" sibTransId="{BA4DEEAA-43B4-4496-89A8-BA5FB77042B5}"/>
    <dgm:cxn modelId="{3954449C-7063-44DF-9BFF-281742516D7F}" type="presOf" srcId="{15A9C7EF-BD7E-4FBB-897B-46CF8E315886}" destId="{ADDF7560-1AB5-430F-B2C7-E32115E9E29C}" srcOrd="1" destOrd="0" presId="urn:microsoft.com/office/officeart/2005/8/layout/list1"/>
    <dgm:cxn modelId="{BBE62BA9-799D-4CD1-8E26-D5D2F4F695FD}" srcId="{AF154212-4E22-486C-9FA3-C5D70673B552}" destId="{ED0191E5-D0F3-4D5C-81F7-28F89A84B1E1}" srcOrd="0" destOrd="0" parTransId="{A06F98EB-BB82-40E4-A908-50D4FFF693BE}" sibTransId="{60AAFB36-5BDB-4F77-A36B-6330867DF3A9}"/>
    <dgm:cxn modelId="{46F440BB-2446-44E3-8343-1050DDFC87E6}" type="presOf" srcId="{AF154212-4E22-486C-9FA3-C5D70673B552}" destId="{A57AF4F8-DCEE-4087-9A05-88025DB3B469}" srcOrd="0" destOrd="0" presId="urn:microsoft.com/office/officeart/2005/8/layout/list1"/>
    <dgm:cxn modelId="{B33F69C1-46F3-4EA0-9AEE-76B7118D92F0}" type="presParOf" srcId="{A57AF4F8-DCEE-4087-9A05-88025DB3B469}" destId="{A58AE310-1F02-428F-997F-3D1354CEDAAF}" srcOrd="0" destOrd="0" presId="urn:microsoft.com/office/officeart/2005/8/layout/list1"/>
    <dgm:cxn modelId="{C1B4D42E-3507-410F-B78F-502FA202BABC}" type="presParOf" srcId="{A58AE310-1F02-428F-997F-3D1354CEDAAF}" destId="{49EFD27D-2E6A-44FB-8C75-74181CD0E47E}" srcOrd="0" destOrd="0" presId="urn:microsoft.com/office/officeart/2005/8/layout/list1"/>
    <dgm:cxn modelId="{6EEC6D69-DC4F-43B9-8CBA-AAA7A6CBE13D}" type="presParOf" srcId="{A58AE310-1F02-428F-997F-3D1354CEDAAF}" destId="{84DE8CF5-812B-49D3-A1F5-E5670620D98D}" srcOrd="1" destOrd="0" presId="urn:microsoft.com/office/officeart/2005/8/layout/list1"/>
    <dgm:cxn modelId="{1C640821-8EA5-46A8-AF19-03658F585828}" type="presParOf" srcId="{A57AF4F8-DCEE-4087-9A05-88025DB3B469}" destId="{9B596FE7-9D06-4B61-91DA-DC798508CDDD}" srcOrd="1" destOrd="0" presId="urn:microsoft.com/office/officeart/2005/8/layout/list1"/>
    <dgm:cxn modelId="{61D4FCE0-D6CD-4862-8160-7900A10A5030}" type="presParOf" srcId="{A57AF4F8-DCEE-4087-9A05-88025DB3B469}" destId="{2C99B20E-53EE-4751-8373-4FC129A9BC72}" srcOrd="2" destOrd="0" presId="urn:microsoft.com/office/officeart/2005/8/layout/list1"/>
    <dgm:cxn modelId="{24D732B2-BF22-4EE9-BC55-16ABBD1CAD97}" type="presParOf" srcId="{A57AF4F8-DCEE-4087-9A05-88025DB3B469}" destId="{F0F0CD9C-B73A-42B4-8388-24128745C407}" srcOrd="3" destOrd="0" presId="urn:microsoft.com/office/officeart/2005/8/layout/list1"/>
    <dgm:cxn modelId="{405145EC-225F-47B2-977E-02688F107783}" type="presParOf" srcId="{A57AF4F8-DCEE-4087-9A05-88025DB3B469}" destId="{0BB5D279-2920-43C8-8CAE-C760036D9B3E}" srcOrd="4" destOrd="0" presId="urn:microsoft.com/office/officeart/2005/8/layout/list1"/>
    <dgm:cxn modelId="{78977D1D-1B8A-4158-B410-60EC91EB13AA}" type="presParOf" srcId="{0BB5D279-2920-43C8-8CAE-C760036D9B3E}" destId="{9B71EE79-7697-4E36-8950-34B1CD48428D}" srcOrd="0" destOrd="0" presId="urn:microsoft.com/office/officeart/2005/8/layout/list1"/>
    <dgm:cxn modelId="{09939A2D-EC52-4E87-BA07-CC0E220BB24B}" type="presParOf" srcId="{0BB5D279-2920-43C8-8CAE-C760036D9B3E}" destId="{ADDF7560-1AB5-430F-B2C7-E32115E9E29C}" srcOrd="1" destOrd="0" presId="urn:microsoft.com/office/officeart/2005/8/layout/list1"/>
    <dgm:cxn modelId="{892C6334-D405-42D4-9F4A-C062FB790F0E}" type="presParOf" srcId="{A57AF4F8-DCEE-4087-9A05-88025DB3B469}" destId="{051BDBD4-FC1A-49D2-B392-CCBAF374CCCE}" srcOrd="5" destOrd="0" presId="urn:microsoft.com/office/officeart/2005/8/layout/list1"/>
    <dgm:cxn modelId="{DAD741BD-D667-4270-A053-910C0E1B2C68}" type="presParOf" srcId="{A57AF4F8-DCEE-4087-9A05-88025DB3B469}" destId="{849D5640-507E-4CFB-851B-B0F8E5D2B567}" srcOrd="6" destOrd="0" presId="urn:microsoft.com/office/officeart/2005/8/layout/list1"/>
    <dgm:cxn modelId="{14C2B223-58ED-455D-AC72-AEC768EF44BF}" type="presParOf" srcId="{A57AF4F8-DCEE-4087-9A05-88025DB3B469}" destId="{B2BF50E3-BD97-4C32-8231-6EB565D379DD}" srcOrd="7" destOrd="0" presId="urn:microsoft.com/office/officeart/2005/8/layout/list1"/>
    <dgm:cxn modelId="{F8521A8E-B0F9-442F-81A7-917F6980E1FE}" type="presParOf" srcId="{A57AF4F8-DCEE-4087-9A05-88025DB3B469}" destId="{83D4B708-BA0C-4A38-B00A-29E9DDB67B24}" srcOrd="8" destOrd="0" presId="urn:microsoft.com/office/officeart/2005/8/layout/list1"/>
    <dgm:cxn modelId="{317EE5B6-2870-4EFA-B407-7B53738A4CB8}" type="presParOf" srcId="{83D4B708-BA0C-4A38-B00A-29E9DDB67B24}" destId="{92405A9A-9B6F-4893-AF1C-B3B1510A1F3B}" srcOrd="0" destOrd="0" presId="urn:microsoft.com/office/officeart/2005/8/layout/list1"/>
    <dgm:cxn modelId="{DC44747B-EC25-4D87-B7B0-CA93D09E8798}" type="presParOf" srcId="{83D4B708-BA0C-4A38-B00A-29E9DDB67B24}" destId="{292A5234-F624-42E1-90F2-DB739C4B902B}" srcOrd="1" destOrd="0" presId="urn:microsoft.com/office/officeart/2005/8/layout/list1"/>
    <dgm:cxn modelId="{7ED66876-5709-4B3E-A6E3-167BA3D65D2D}" type="presParOf" srcId="{A57AF4F8-DCEE-4087-9A05-88025DB3B469}" destId="{A6B83C5E-EABF-47AE-B860-1525EAFB2AE9}" srcOrd="9" destOrd="0" presId="urn:microsoft.com/office/officeart/2005/8/layout/list1"/>
    <dgm:cxn modelId="{AF7B4B5A-37AD-4331-8995-A5F86246FFFB}" type="presParOf" srcId="{A57AF4F8-DCEE-4087-9A05-88025DB3B469}" destId="{9702700D-5C79-4A68-8596-277A42205B0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302221-938D-468A-B53E-5497BF46F944}" type="doc">
      <dgm:prSet loTypeId="urn:diagrams.loki3.com/VaryingWidth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98F257EF-E28F-4832-9AAA-3170A6FC8149}">
      <dgm:prSet phldrT="[Text]" phldr="0"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DFA</a:t>
          </a:r>
        </a:p>
      </dgm:t>
    </dgm:pt>
    <dgm:pt modelId="{40C21860-A34E-4F1F-B878-DDF1F10AC0B0}" type="parTrans" cxnId="{728450AB-2190-4CE7-87D3-969EA029B171}">
      <dgm:prSet/>
      <dgm:spPr/>
      <dgm:t>
        <a:bodyPr/>
        <a:lstStyle/>
        <a:p>
          <a:endParaRPr lang="en-US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17D93B-079C-44A9-8ABE-1FF7485A1841}" type="sibTrans" cxnId="{728450AB-2190-4CE7-87D3-969EA029B171}">
      <dgm:prSet/>
      <dgm:spPr/>
      <dgm:t>
        <a:bodyPr/>
        <a:lstStyle/>
        <a:p>
          <a:endParaRPr lang="en-US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763F178-99BB-47C3-99D9-EB2087F5DDBD}">
      <dgm:prSet phldrT="[Text]" phldr="0" custT="1"/>
      <dgm:spPr/>
      <dgm:t>
        <a:bodyPr/>
        <a:lstStyle/>
        <a:p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NFA</a:t>
          </a:r>
        </a:p>
      </dgm:t>
    </dgm:pt>
    <dgm:pt modelId="{BB62B792-7D5A-46EC-9531-016DD0E37234}" type="parTrans" cxnId="{E7B4B98A-FCC8-4BD2-9F6B-5AA1A147D063}">
      <dgm:prSet/>
      <dgm:spPr/>
      <dgm:t>
        <a:bodyPr/>
        <a:lstStyle/>
        <a:p>
          <a:endParaRPr lang="en-US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B1FF32-6F3E-4C50-91DB-AE3070A610CD}" type="sibTrans" cxnId="{E7B4B98A-FCC8-4BD2-9F6B-5AA1A147D063}">
      <dgm:prSet/>
      <dgm:spPr/>
      <dgm:t>
        <a:bodyPr/>
        <a:lstStyle/>
        <a:p>
          <a:endParaRPr lang="en-US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45E5516-D886-4521-87F3-34D643EB5B4C}">
      <dgm:prSet phldrT="[Text]" custT="1"/>
      <dgm:spPr/>
      <dgm:t>
        <a:bodyPr/>
        <a:lstStyle/>
        <a:p>
          <a:r>
            <a:rPr lang="vi-VN" sz="3000" b="1" dirty="0">
              <a:latin typeface="Times New Roman" panose="02020603050405020304" pitchFamily="18" charset="0"/>
              <a:cs typeface="Times New Roman" panose="02020603050405020304" pitchFamily="18" charset="0"/>
            </a:rPr>
            <a:t>NFA-</a:t>
          </a:r>
          <a:r>
            <a:rPr lang="el-GR" sz="3000" b="1" dirty="0">
              <a:latin typeface="Times New Roman" panose="02020603050405020304" pitchFamily="18" charset="0"/>
              <a:cs typeface="Times New Roman" panose="02020603050405020304" pitchFamily="18" charset="0"/>
            </a:rPr>
            <a:t>ε</a:t>
          </a:r>
          <a:endParaRPr lang="en-US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3BF3AD-7B2E-479B-9E39-2A42AF14535A}" type="parTrans" cxnId="{EFB7569E-CCCB-436C-A408-23660035AC02}">
      <dgm:prSet/>
      <dgm:spPr/>
      <dgm:t>
        <a:bodyPr/>
        <a:lstStyle/>
        <a:p>
          <a:endParaRPr lang="en-US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7F54815-C12E-4D93-8D07-D61C5A438B8A}" type="sibTrans" cxnId="{EFB7569E-CCCB-436C-A408-23660035AC02}">
      <dgm:prSet/>
      <dgm:spPr/>
      <dgm:t>
        <a:bodyPr/>
        <a:lstStyle/>
        <a:p>
          <a:endParaRPr lang="en-US" sz="3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7709651-4CEA-4027-BA5A-91C9489BFAC5}" type="pres">
      <dgm:prSet presAssocID="{9B302221-938D-468A-B53E-5497BF46F944}" presName="Name0" presStyleCnt="0">
        <dgm:presLayoutVars>
          <dgm:resizeHandles/>
        </dgm:presLayoutVars>
      </dgm:prSet>
      <dgm:spPr/>
    </dgm:pt>
    <dgm:pt modelId="{F4968B19-D77B-4053-AB1C-DD0D012CAA65}" type="pres">
      <dgm:prSet presAssocID="{98F257EF-E28F-4832-9AAA-3170A6FC8149}" presName="text" presStyleLbl="node1" presStyleIdx="0" presStyleCnt="3" custScaleX="177634">
        <dgm:presLayoutVars>
          <dgm:bulletEnabled val="1"/>
        </dgm:presLayoutVars>
      </dgm:prSet>
      <dgm:spPr/>
    </dgm:pt>
    <dgm:pt modelId="{6F6FB5A2-964D-4069-A1FF-1C05BBB87779}" type="pres">
      <dgm:prSet presAssocID="{9417D93B-079C-44A9-8ABE-1FF7485A1841}" presName="space" presStyleCnt="0"/>
      <dgm:spPr/>
    </dgm:pt>
    <dgm:pt modelId="{A19354AB-5780-4A0C-B15D-A42C5B23154A}" type="pres">
      <dgm:prSet presAssocID="{D763F178-99BB-47C3-99D9-EB2087F5DDBD}" presName="text" presStyleLbl="node1" presStyleIdx="1" presStyleCnt="3" custScaleX="177634">
        <dgm:presLayoutVars>
          <dgm:bulletEnabled val="1"/>
        </dgm:presLayoutVars>
      </dgm:prSet>
      <dgm:spPr/>
    </dgm:pt>
    <dgm:pt modelId="{1B1C08DA-C224-447C-B964-564F7CD50CAF}" type="pres">
      <dgm:prSet presAssocID="{42B1FF32-6F3E-4C50-91DB-AE3070A610CD}" presName="space" presStyleCnt="0"/>
      <dgm:spPr/>
    </dgm:pt>
    <dgm:pt modelId="{E35B440A-1E18-4501-8D77-AEC42EFDD584}" type="pres">
      <dgm:prSet presAssocID="{645E5516-D886-4521-87F3-34D643EB5B4C}" presName="text" presStyleLbl="node1" presStyleIdx="2" presStyleCnt="3" custScaleX="159662">
        <dgm:presLayoutVars>
          <dgm:bulletEnabled val="1"/>
        </dgm:presLayoutVars>
      </dgm:prSet>
      <dgm:spPr/>
    </dgm:pt>
  </dgm:ptLst>
  <dgm:cxnLst>
    <dgm:cxn modelId="{EA8E632C-C868-4B8C-BC8E-C4F25BC236A8}" type="presOf" srcId="{D763F178-99BB-47C3-99D9-EB2087F5DDBD}" destId="{A19354AB-5780-4A0C-B15D-A42C5B23154A}" srcOrd="0" destOrd="0" presId="urn:diagrams.loki3.com/VaryingWidthList"/>
    <dgm:cxn modelId="{F8A09644-1245-41A0-B907-5FABC3ACCF52}" type="presOf" srcId="{98F257EF-E28F-4832-9AAA-3170A6FC8149}" destId="{F4968B19-D77B-4053-AB1C-DD0D012CAA65}" srcOrd="0" destOrd="0" presId="urn:diagrams.loki3.com/VaryingWidthList"/>
    <dgm:cxn modelId="{E7B4B98A-FCC8-4BD2-9F6B-5AA1A147D063}" srcId="{9B302221-938D-468A-B53E-5497BF46F944}" destId="{D763F178-99BB-47C3-99D9-EB2087F5DDBD}" srcOrd="1" destOrd="0" parTransId="{BB62B792-7D5A-46EC-9531-016DD0E37234}" sibTransId="{42B1FF32-6F3E-4C50-91DB-AE3070A610CD}"/>
    <dgm:cxn modelId="{F642B18E-5AB8-4F9B-AEAF-6D1941C48582}" type="presOf" srcId="{645E5516-D886-4521-87F3-34D643EB5B4C}" destId="{E35B440A-1E18-4501-8D77-AEC42EFDD584}" srcOrd="0" destOrd="0" presId="urn:diagrams.loki3.com/VaryingWidthList"/>
    <dgm:cxn modelId="{EFB7569E-CCCB-436C-A408-23660035AC02}" srcId="{9B302221-938D-468A-B53E-5497BF46F944}" destId="{645E5516-D886-4521-87F3-34D643EB5B4C}" srcOrd="2" destOrd="0" parTransId="{AB3BF3AD-7B2E-479B-9E39-2A42AF14535A}" sibTransId="{07F54815-C12E-4D93-8D07-D61C5A438B8A}"/>
    <dgm:cxn modelId="{728450AB-2190-4CE7-87D3-969EA029B171}" srcId="{9B302221-938D-468A-B53E-5497BF46F944}" destId="{98F257EF-E28F-4832-9AAA-3170A6FC8149}" srcOrd="0" destOrd="0" parTransId="{40C21860-A34E-4F1F-B878-DDF1F10AC0B0}" sibTransId="{9417D93B-079C-44A9-8ABE-1FF7485A1841}"/>
    <dgm:cxn modelId="{109605BC-BFB6-4A3C-89E9-265377FB8675}" type="presOf" srcId="{9B302221-938D-468A-B53E-5497BF46F944}" destId="{77709651-4CEA-4027-BA5A-91C9489BFAC5}" srcOrd="0" destOrd="0" presId="urn:diagrams.loki3.com/VaryingWidthList"/>
    <dgm:cxn modelId="{D3905A61-502C-48DE-B71B-0361A5726C2E}" type="presParOf" srcId="{77709651-4CEA-4027-BA5A-91C9489BFAC5}" destId="{F4968B19-D77B-4053-AB1C-DD0D012CAA65}" srcOrd="0" destOrd="0" presId="urn:diagrams.loki3.com/VaryingWidthList"/>
    <dgm:cxn modelId="{4E82F432-FE24-494A-9D42-1F1A74059083}" type="presParOf" srcId="{77709651-4CEA-4027-BA5A-91C9489BFAC5}" destId="{6F6FB5A2-964D-4069-A1FF-1C05BBB87779}" srcOrd="1" destOrd="0" presId="urn:diagrams.loki3.com/VaryingWidthList"/>
    <dgm:cxn modelId="{FE36FE79-EF5E-4CF2-B5CD-49647A8C790D}" type="presParOf" srcId="{77709651-4CEA-4027-BA5A-91C9489BFAC5}" destId="{A19354AB-5780-4A0C-B15D-A42C5B23154A}" srcOrd="2" destOrd="0" presId="urn:diagrams.loki3.com/VaryingWidthList"/>
    <dgm:cxn modelId="{E504A549-436F-4C43-B8E0-AA280A1064CB}" type="presParOf" srcId="{77709651-4CEA-4027-BA5A-91C9489BFAC5}" destId="{1B1C08DA-C224-447C-B964-564F7CD50CAF}" srcOrd="3" destOrd="0" presId="urn:diagrams.loki3.com/VaryingWidthList"/>
    <dgm:cxn modelId="{C71B9989-A9A4-4314-B286-0050A90F27D7}" type="presParOf" srcId="{77709651-4CEA-4027-BA5A-91C9489BFAC5}" destId="{E35B440A-1E18-4501-8D77-AEC42EFDD584}" srcOrd="4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455924-896E-4254-A3F7-37EDF00FE88A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9B0DA3FF-4A59-403A-9F4B-19C589B0CF56}">
      <dgm:prSet phldrT="[Text]" custT="1"/>
      <dgm:spPr/>
      <dgm:t>
        <a:bodyPr/>
        <a:lstStyle/>
        <a:p>
          <a:pPr>
            <a:buAutoNum type="arabicPeriod"/>
          </a:pPr>
          <a:r>
            <a:rPr lang="en-US" sz="3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Nhập</a:t>
          </a:r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dữ</a:t>
          </a:r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liệu</a:t>
          </a:r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ôtômát</a:t>
          </a:r>
          <a:endParaRPr lang="en-US" sz="3000" dirty="0"/>
        </a:p>
      </dgm:t>
    </dgm:pt>
    <dgm:pt modelId="{C817AF15-8829-4AAF-A4DA-4F043454D461}" type="parTrans" cxnId="{873B6AC5-D3BF-4307-8A38-C7C560888A2B}">
      <dgm:prSet/>
      <dgm:spPr/>
      <dgm:t>
        <a:bodyPr/>
        <a:lstStyle/>
        <a:p>
          <a:endParaRPr lang="en-US" sz="300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0FD0024D-8CC2-4A46-B4C3-B7AA792D8046}" type="sibTrans" cxnId="{873B6AC5-D3BF-4307-8A38-C7C560888A2B}">
      <dgm:prSet/>
      <dgm:spPr/>
      <dgm:t>
        <a:bodyPr/>
        <a:lstStyle/>
        <a:p>
          <a:endParaRPr lang="en-US" sz="300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2B8D1FED-9766-4CE1-9AEA-C1BEF8A1579B}">
      <dgm:prSet phldrT="[Text]" custT="1"/>
      <dgm:spPr/>
      <dgm:t>
        <a:bodyPr/>
        <a:lstStyle/>
        <a:p>
          <a:pPr>
            <a:buAutoNum type="arabicPeriod"/>
          </a:pPr>
          <a:r>
            <a:rPr lang="en-US" sz="3000">
              <a:latin typeface="Times New Roman" panose="02020603050405020304" pitchFamily="18" charset="0"/>
              <a:cs typeface="Times New Roman" panose="02020603050405020304" pitchFamily="18" charset="0"/>
            </a:rPr>
            <a:t>Chuyển đổi giữa các mô hình</a:t>
          </a:r>
          <a:endParaRPr lang="en-US" sz="3000" dirty="0"/>
        </a:p>
      </dgm:t>
    </dgm:pt>
    <dgm:pt modelId="{AB2F88EF-3934-4082-8410-F07A88D3312E}" type="parTrans" cxnId="{38766EFC-CF62-47BD-B1BA-E421CA3CC6E1}">
      <dgm:prSet/>
      <dgm:spPr/>
      <dgm:t>
        <a:bodyPr/>
        <a:lstStyle/>
        <a:p>
          <a:endParaRPr lang="en-US" sz="300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7C286D03-F57B-402E-9E50-A48716878BD2}" type="sibTrans" cxnId="{38766EFC-CF62-47BD-B1BA-E421CA3CC6E1}">
      <dgm:prSet/>
      <dgm:spPr/>
      <dgm:t>
        <a:bodyPr/>
        <a:lstStyle/>
        <a:p>
          <a:endParaRPr lang="en-US" sz="300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1933B8FA-6A00-4A08-8B97-7896FA835475}">
      <dgm:prSet phldrT="[Text]" custT="1"/>
      <dgm:spPr/>
      <dgm:t>
        <a:bodyPr/>
        <a:lstStyle/>
        <a:p>
          <a:pPr>
            <a:buAutoNum type="arabicPeriod"/>
          </a:pPr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Hiển </a:t>
          </a:r>
          <a:r>
            <a:rPr lang="en-US" sz="3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thị</a:t>
          </a:r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trực</a:t>
          </a:r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quan</a:t>
          </a:r>
          <a:endParaRPr lang="en-US" sz="3000" dirty="0"/>
        </a:p>
      </dgm:t>
    </dgm:pt>
    <dgm:pt modelId="{7B42FA48-C65C-416D-84FF-DCFB2141BBF2}" type="parTrans" cxnId="{C818C1E2-E041-4CFA-B7E6-A3D4D461A115}">
      <dgm:prSet/>
      <dgm:spPr/>
      <dgm:t>
        <a:bodyPr/>
        <a:lstStyle/>
        <a:p>
          <a:endParaRPr lang="en-US" sz="300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CDFE86EF-5B71-4C23-AB72-714AD4FD7701}" type="sibTrans" cxnId="{C818C1E2-E041-4CFA-B7E6-A3D4D461A115}">
      <dgm:prSet/>
      <dgm:spPr/>
      <dgm:t>
        <a:bodyPr/>
        <a:lstStyle/>
        <a:p>
          <a:endParaRPr lang="en-US" sz="300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4D331AAC-6096-4FB1-AE1E-D73F7FA5B599}">
      <dgm:prSet phldrT="[Text]" custT="1"/>
      <dgm:spPr/>
      <dgm:t>
        <a:bodyPr/>
        <a:lstStyle/>
        <a:p>
          <a:r>
            <a:rPr lang="en-US" sz="3000">
              <a:latin typeface="Times New Roman" panose="02020603050405020304" pitchFamily="18" charset="0"/>
              <a:cs typeface="Times New Roman" panose="02020603050405020304" pitchFamily="18" charset="0"/>
            </a:rPr>
            <a:t>Kiểm tra chuỗi</a:t>
          </a:r>
          <a:endParaRPr lang="en-US" sz="3000" dirty="0"/>
        </a:p>
      </dgm:t>
    </dgm:pt>
    <dgm:pt modelId="{A4F31934-FDFC-4FFF-AD1C-807BD771816B}" type="parTrans" cxnId="{CA66E57A-5ABC-4F18-B441-99E6194B4F3E}">
      <dgm:prSet/>
      <dgm:spPr/>
      <dgm:t>
        <a:bodyPr/>
        <a:lstStyle/>
        <a:p>
          <a:endParaRPr lang="en-US" sz="300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40681A65-33A8-4F9B-83C9-20F83743D4F9}" type="sibTrans" cxnId="{CA66E57A-5ABC-4F18-B441-99E6194B4F3E}">
      <dgm:prSet/>
      <dgm:spPr/>
      <dgm:t>
        <a:bodyPr/>
        <a:lstStyle/>
        <a:p>
          <a:endParaRPr lang="en-US" sz="300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15E56F1B-4789-4FC7-A70F-7648874BF309}">
      <dgm:prSet phldrT="[Text]" custT="1"/>
      <dgm:spPr/>
      <dgm:t>
        <a:bodyPr/>
        <a:lstStyle/>
        <a:p>
          <a:pPr>
            <a:buAutoNum type="arabicPeriod"/>
          </a:pPr>
          <a:r>
            <a:rPr lang="en-US" sz="3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năng</a:t>
          </a:r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học</a:t>
          </a:r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tập</a:t>
          </a:r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mở</a:t>
          </a:r>
          <a:r>
            <a:rPr lang="en-US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rộng</a:t>
          </a:r>
          <a:endParaRPr lang="en-US" sz="3000" dirty="0"/>
        </a:p>
      </dgm:t>
    </dgm:pt>
    <dgm:pt modelId="{8AB09C01-9295-4E70-AF55-E7E84FDBFED4}" type="parTrans" cxnId="{17B45002-17A9-4E94-999D-721391243FCE}">
      <dgm:prSet/>
      <dgm:spPr/>
      <dgm:t>
        <a:bodyPr/>
        <a:lstStyle/>
        <a:p>
          <a:endParaRPr lang="en-US"/>
        </a:p>
      </dgm:t>
    </dgm:pt>
    <dgm:pt modelId="{B1EE70E4-6323-4284-AA1B-27AAE8E25011}" type="sibTrans" cxnId="{17B45002-17A9-4E94-999D-721391243FCE}">
      <dgm:prSet/>
      <dgm:spPr/>
      <dgm:t>
        <a:bodyPr/>
        <a:lstStyle/>
        <a:p>
          <a:endParaRPr lang="en-US"/>
        </a:p>
      </dgm:t>
    </dgm:pt>
    <dgm:pt modelId="{F4EAF231-DA15-4EF4-A8FC-0B7CAF8E6C2A}" type="pres">
      <dgm:prSet presAssocID="{FA455924-896E-4254-A3F7-37EDF00FE88A}" presName="Name0" presStyleCnt="0">
        <dgm:presLayoutVars>
          <dgm:chMax val="7"/>
          <dgm:chPref val="7"/>
          <dgm:dir/>
        </dgm:presLayoutVars>
      </dgm:prSet>
      <dgm:spPr/>
    </dgm:pt>
    <dgm:pt modelId="{022DC1DF-802D-4DCE-9FB8-6DE9B3C8066E}" type="pres">
      <dgm:prSet presAssocID="{FA455924-896E-4254-A3F7-37EDF00FE88A}" presName="Name1" presStyleCnt="0"/>
      <dgm:spPr/>
    </dgm:pt>
    <dgm:pt modelId="{1CAB1CF4-AEB9-48CF-B95F-571CFA183C5F}" type="pres">
      <dgm:prSet presAssocID="{FA455924-896E-4254-A3F7-37EDF00FE88A}" presName="cycle" presStyleCnt="0"/>
      <dgm:spPr/>
    </dgm:pt>
    <dgm:pt modelId="{DDA6D56E-0EBF-43A5-BA4B-2076E7E65462}" type="pres">
      <dgm:prSet presAssocID="{FA455924-896E-4254-A3F7-37EDF00FE88A}" presName="srcNode" presStyleLbl="node1" presStyleIdx="0" presStyleCnt="5"/>
      <dgm:spPr/>
    </dgm:pt>
    <dgm:pt modelId="{0E630B0C-440A-457C-882F-66B4CA2AFE2E}" type="pres">
      <dgm:prSet presAssocID="{FA455924-896E-4254-A3F7-37EDF00FE88A}" presName="conn" presStyleLbl="parChTrans1D2" presStyleIdx="0" presStyleCnt="1"/>
      <dgm:spPr/>
    </dgm:pt>
    <dgm:pt modelId="{1555E64F-2501-4883-B420-518A89D9A759}" type="pres">
      <dgm:prSet presAssocID="{FA455924-896E-4254-A3F7-37EDF00FE88A}" presName="extraNode" presStyleLbl="node1" presStyleIdx="0" presStyleCnt="5"/>
      <dgm:spPr/>
    </dgm:pt>
    <dgm:pt modelId="{54A87BD1-1A4D-420F-9859-AC20F7D8F55C}" type="pres">
      <dgm:prSet presAssocID="{FA455924-896E-4254-A3F7-37EDF00FE88A}" presName="dstNode" presStyleLbl="node1" presStyleIdx="0" presStyleCnt="5"/>
      <dgm:spPr/>
    </dgm:pt>
    <dgm:pt modelId="{5081AD1D-B64C-4AD9-A94C-73D4F95763DE}" type="pres">
      <dgm:prSet presAssocID="{9B0DA3FF-4A59-403A-9F4B-19C589B0CF56}" presName="text_1" presStyleLbl="node1" presStyleIdx="0" presStyleCnt="5">
        <dgm:presLayoutVars>
          <dgm:bulletEnabled val="1"/>
        </dgm:presLayoutVars>
      </dgm:prSet>
      <dgm:spPr/>
    </dgm:pt>
    <dgm:pt modelId="{BC3DBBF0-3EAD-4868-8231-0A7E43A082B2}" type="pres">
      <dgm:prSet presAssocID="{9B0DA3FF-4A59-403A-9F4B-19C589B0CF56}" presName="accent_1" presStyleCnt="0"/>
      <dgm:spPr/>
    </dgm:pt>
    <dgm:pt modelId="{A45D4309-5FDF-4E27-8B09-D5D96B420144}" type="pres">
      <dgm:prSet presAssocID="{9B0DA3FF-4A59-403A-9F4B-19C589B0CF56}" presName="accentRepeatNode" presStyleLbl="solidFgAcc1" presStyleIdx="0" presStyleCnt="5"/>
      <dgm:spPr/>
    </dgm:pt>
    <dgm:pt modelId="{8E953098-26DF-4083-BF3F-3BB3C31BBE47}" type="pres">
      <dgm:prSet presAssocID="{4D331AAC-6096-4FB1-AE1E-D73F7FA5B599}" presName="text_2" presStyleLbl="node1" presStyleIdx="1" presStyleCnt="5">
        <dgm:presLayoutVars>
          <dgm:bulletEnabled val="1"/>
        </dgm:presLayoutVars>
      </dgm:prSet>
      <dgm:spPr/>
    </dgm:pt>
    <dgm:pt modelId="{42030F35-041E-4D95-BD1C-870EBD1CB9B3}" type="pres">
      <dgm:prSet presAssocID="{4D331AAC-6096-4FB1-AE1E-D73F7FA5B599}" presName="accent_2" presStyleCnt="0"/>
      <dgm:spPr/>
    </dgm:pt>
    <dgm:pt modelId="{E98ECF8D-C2C0-466A-A811-323895CA3F46}" type="pres">
      <dgm:prSet presAssocID="{4D331AAC-6096-4FB1-AE1E-D73F7FA5B599}" presName="accentRepeatNode" presStyleLbl="solidFgAcc1" presStyleIdx="1" presStyleCnt="5"/>
      <dgm:spPr/>
    </dgm:pt>
    <dgm:pt modelId="{FEDC6524-70C9-40D4-94CE-3E672AB2513A}" type="pres">
      <dgm:prSet presAssocID="{2B8D1FED-9766-4CE1-9AEA-C1BEF8A1579B}" presName="text_3" presStyleLbl="node1" presStyleIdx="2" presStyleCnt="5">
        <dgm:presLayoutVars>
          <dgm:bulletEnabled val="1"/>
        </dgm:presLayoutVars>
      </dgm:prSet>
      <dgm:spPr/>
    </dgm:pt>
    <dgm:pt modelId="{45EB1B5A-1BDF-48C4-B854-9EB5670967C4}" type="pres">
      <dgm:prSet presAssocID="{2B8D1FED-9766-4CE1-9AEA-C1BEF8A1579B}" presName="accent_3" presStyleCnt="0"/>
      <dgm:spPr/>
    </dgm:pt>
    <dgm:pt modelId="{F7B8875F-A0F0-48F9-AD04-C2D53C6C2089}" type="pres">
      <dgm:prSet presAssocID="{2B8D1FED-9766-4CE1-9AEA-C1BEF8A1579B}" presName="accentRepeatNode" presStyleLbl="solidFgAcc1" presStyleIdx="2" presStyleCnt="5"/>
      <dgm:spPr/>
    </dgm:pt>
    <dgm:pt modelId="{78D494B7-B62E-4107-9773-8FF9DB020984}" type="pres">
      <dgm:prSet presAssocID="{1933B8FA-6A00-4A08-8B97-7896FA835475}" presName="text_4" presStyleLbl="node1" presStyleIdx="3" presStyleCnt="5">
        <dgm:presLayoutVars>
          <dgm:bulletEnabled val="1"/>
        </dgm:presLayoutVars>
      </dgm:prSet>
      <dgm:spPr/>
    </dgm:pt>
    <dgm:pt modelId="{DBAEB1F2-5C86-4589-A9FF-CF378D3B91A9}" type="pres">
      <dgm:prSet presAssocID="{1933B8FA-6A00-4A08-8B97-7896FA835475}" presName="accent_4" presStyleCnt="0"/>
      <dgm:spPr/>
    </dgm:pt>
    <dgm:pt modelId="{034E196E-E021-419D-A8A3-BBBF1BCFA819}" type="pres">
      <dgm:prSet presAssocID="{1933B8FA-6A00-4A08-8B97-7896FA835475}" presName="accentRepeatNode" presStyleLbl="solidFgAcc1" presStyleIdx="3" presStyleCnt="5"/>
      <dgm:spPr/>
    </dgm:pt>
    <dgm:pt modelId="{B546A2CE-5478-48A4-96C3-5490A666EDAF}" type="pres">
      <dgm:prSet presAssocID="{15E56F1B-4789-4FC7-A70F-7648874BF309}" presName="text_5" presStyleLbl="node1" presStyleIdx="4" presStyleCnt="5">
        <dgm:presLayoutVars>
          <dgm:bulletEnabled val="1"/>
        </dgm:presLayoutVars>
      </dgm:prSet>
      <dgm:spPr/>
    </dgm:pt>
    <dgm:pt modelId="{8B231C71-784B-4FC7-9DAE-B7221480C96B}" type="pres">
      <dgm:prSet presAssocID="{15E56F1B-4789-4FC7-A70F-7648874BF309}" presName="accent_5" presStyleCnt="0"/>
      <dgm:spPr/>
    </dgm:pt>
    <dgm:pt modelId="{55808194-2F30-4E03-911B-8A0640871E5F}" type="pres">
      <dgm:prSet presAssocID="{15E56F1B-4789-4FC7-A70F-7648874BF309}" presName="accentRepeatNode" presStyleLbl="solidFgAcc1" presStyleIdx="4" presStyleCnt="5"/>
      <dgm:spPr/>
    </dgm:pt>
  </dgm:ptLst>
  <dgm:cxnLst>
    <dgm:cxn modelId="{17B45002-17A9-4E94-999D-721391243FCE}" srcId="{FA455924-896E-4254-A3F7-37EDF00FE88A}" destId="{15E56F1B-4789-4FC7-A70F-7648874BF309}" srcOrd="4" destOrd="0" parTransId="{8AB09C01-9295-4E70-AF55-E7E84FDBFED4}" sibTransId="{B1EE70E4-6323-4284-AA1B-27AAE8E25011}"/>
    <dgm:cxn modelId="{FE767434-6AC4-4F69-A5FD-841582C17C37}" type="presOf" srcId="{2B8D1FED-9766-4CE1-9AEA-C1BEF8A1579B}" destId="{FEDC6524-70C9-40D4-94CE-3E672AB2513A}" srcOrd="0" destOrd="0" presId="urn:microsoft.com/office/officeart/2008/layout/VerticalCurvedList"/>
    <dgm:cxn modelId="{CA66E57A-5ABC-4F18-B441-99E6194B4F3E}" srcId="{FA455924-896E-4254-A3F7-37EDF00FE88A}" destId="{4D331AAC-6096-4FB1-AE1E-D73F7FA5B599}" srcOrd="1" destOrd="0" parTransId="{A4F31934-FDFC-4FFF-AD1C-807BD771816B}" sibTransId="{40681A65-33A8-4F9B-83C9-20F83743D4F9}"/>
    <dgm:cxn modelId="{38C3FA9B-5E96-49E3-838B-428A37D9E4DB}" type="presOf" srcId="{1933B8FA-6A00-4A08-8B97-7896FA835475}" destId="{78D494B7-B62E-4107-9773-8FF9DB020984}" srcOrd="0" destOrd="0" presId="urn:microsoft.com/office/officeart/2008/layout/VerticalCurvedList"/>
    <dgm:cxn modelId="{3F3261A1-5AEF-4511-A7E3-BF3EE8F96ED4}" type="presOf" srcId="{4D331AAC-6096-4FB1-AE1E-D73F7FA5B599}" destId="{8E953098-26DF-4083-BF3F-3BB3C31BBE47}" srcOrd="0" destOrd="0" presId="urn:microsoft.com/office/officeart/2008/layout/VerticalCurvedList"/>
    <dgm:cxn modelId="{1BC19BA4-3718-47EB-8FDC-E40F0DD5E58A}" type="presOf" srcId="{9B0DA3FF-4A59-403A-9F4B-19C589B0CF56}" destId="{5081AD1D-B64C-4AD9-A94C-73D4F95763DE}" srcOrd="0" destOrd="0" presId="urn:microsoft.com/office/officeart/2008/layout/VerticalCurvedList"/>
    <dgm:cxn modelId="{7DC39DC2-5A21-454D-9405-26894B860C52}" type="presOf" srcId="{15E56F1B-4789-4FC7-A70F-7648874BF309}" destId="{B546A2CE-5478-48A4-96C3-5490A666EDAF}" srcOrd="0" destOrd="0" presId="urn:microsoft.com/office/officeart/2008/layout/VerticalCurvedList"/>
    <dgm:cxn modelId="{873B6AC5-D3BF-4307-8A38-C7C560888A2B}" srcId="{FA455924-896E-4254-A3F7-37EDF00FE88A}" destId="{9B0DA3FF-4A59-403A-9F4B-19C589B0CF56}" srcOrd="0" destOrd="0" parTransId="{C817AF15-8829-4AAF-A4DA-4F043454D461}" sibTransId="{0FD0024D-8CC2-4A46-B4C3-B7AA792D8046}"/>
    <dgm:cxn modelId="{4602E7C9-6AC3-4446-97C4-67B49BDE1D9D}" type="presOf" srcId="{FA455924-896E-4254-A3F7-37EDF00FE88A}" destId="{F4EAF231-DA15-4EF4-A8FC-0B7CAF8E6C2A}" srcOrd="0" destOrd="0" presId="urn:microsoft.com/office/officeart/2008/layout/VerticalCurvedList"/>
    <dgm:cxn modelId="{374401CF-2184-42BC-9A58-1C8814A453EC}" type="presOf" srcId="{0FD0024D-8CC2-4A46-B4C3-B7AA792D8046}" destId="{0E630B0C-440A-457C-882F-66B4CA2AFE2E}" srcOrd="0" destOrd="0" presId="urn:microsoft.com/office/officeart/2008/layout/VerticalCurvedList"/>
    <dgm:cxn modelId="{C818C1E2-E041-4CFA-B7E6-A3D4D461A115}" srcId="{FA455924-896E-4254-A3F7-37EDF00FE88A}" destId="{1933B8FA-6A00-4A08-8B97-7896FA835475}" srcOrd="3" destOrd="0" parTransId="{7B42FA48-C65C-416D-84FF-DCFB2141BBF2}" sibTransId="{CDFE86EF-5B71-4C23-AB72-714AD4FD7701}"/>
    <dgm:cxn modelId="{38766EFC-CF62-47BD-B1BA-E421CA3CC6E1}" srcId="{FA455924-896E-4254-A3F7-37EDF00FE88A}" destId="{2B8D1FED-9766-4CE1-9AEA-C1BEF8A1579B}" srcOrd="2" destOrd="0" parTransId="{AB2F88EF-3934-4082-8410-F07A88D3312E}" sibTransId="{7C286D03-F57B-402E-9E50-A48716878BD2}"/>
    <dgm:cxn modelId="{C72ECF32-DE19-4F0E-A275-8858F6659346}" type="presParOf" srcId="{F4EAF231-DA15-4EF4-A8FC-0B7CAF8E6C2A}" destId="{022DC1DF-802D-4DCE-9FB8-6DE9B3C8066E}" srcOrd="0" destOrd="0" presId="urn:microsoft.com/office/officeart/2008/layout/VerticalCurvedList"/>
    <dgm:cxn modelId="{13DFA2A0-24F0-4D2F-99E1-84A233550163}" type="presParOf" srcId="{022DC1DF-802D-4DCE-9FB8-6DE9B3C8066E}" destId="{1CAB1CF4-AEB9-48CF-B95F-571CFA183C5F}" srcOrd="0" destOrd="0" presId="urn:microsoft.com/office/officeart/2008/layout/VerticalCurvedList"/>
    <dgm:cxn modelId="{CB3B7844-C85D-41B2-AA99-AE0B680A778C}" type="presParOf" srcId="{1CAB1CF4-AEB9-48CF-B95F-571CFA183C5F}" destId="{DDA6D56E-0EBF-43A5-BA4B-2076E7E65462}" srcOrd="0" destOrd="0" presId="urn:microsoft.com/office/officeart/2008/layout/VerticalCurvedList"/>
    <dgm:cxn modelId="{F2919630-D86D-46EB-A466-3F6BE9A74A2E}" type="presParOf" srcId="{1CAB1CF4-AEB9-48CF-B95F-571CFA183C5F}" destId="{0E630B0C-440A-457C-882F-66B4CA2AFE2E}" srcOrd="1" destOrd="0" presId="urn:microsoft.com/office/officeart/2008/layout/VerticalCurvedList"/>
    <dgm:cxn modelId="{C8D04D80-6ACB-4292-A884-30FF955B9F56}" type="presParOf" srcId="{1CAB1CF4-AEB9-48CF-B95F-571CFA183C5F}" destId="{1555E64F-2501-4883-B420-518A89D9A759}" srcOrd="2" destOrd="0" presId="urn:microsoft.com/office/officeart/2008/layout/VerticalCurvedList"/>
    <dgm:cxn modelId="{CB729244-68EC-402A-BF23-63EF23D7AABD}" type="presParOf" srcId="{1CAB1CF4-AEB9-48CF-B95F-571CFA183C5F}" destId="{54A87BD1-1A4D-420F-9859-AC20F7D8F55C}" srcOrd="3" destOrd="0" presId="urn:microsoft.com/office/officeart/2008/layout/VerticalCurvedList"/>
    <dgm:cxn modelId="{19303DB9-DE2D-42FF-A3E9-D5DB7FFC2B2C}" type="presParOf" srcId="{022DC1DF-802D-4DCE-9FB8-6DE9B3C8066E}" destId="{5081AD1D-B64C-4AD9-A94C-73D4F95763DE}" srcOrd="1" destOrd="0" presId="urn:microsoft.com/office/officeart/2008/layout/VerticalCurvedList"/>
    <dgm:cxn modelId="{771ADC24-0D2B-4D68-8282-D14A3D323042}" type="presParOf" srcId="{022DC1DF-802D-4DCE-9FB8-6DE9B3C8066E}" destId="{BC3DBBF0-3EAD-4868-8231-0A7E43A082B2}" srcOrd="2" destOrd="0" presId="urn:microsoft.com/office/officeart/2008/layout/VerticalCurvedList"/>
    <dgm:cxn modelId="{F82E612E-4A4A-4707-A66F-A7B66E0ED3DE}" type="presParOf" srcId="{BC3DBBF0-3EAD-4868-8231-0A7E43A082B2}" destId="{A45D4309-5FDF-4E27-8B09-D5D96B420144}" srcOrd="0" destOrd="0" presId="urn:microsoft.com/office/officeart/2008/layout/VerticalCurvedList"/>
    <dgm:cxn modelId="{9B2863C4-0CB5-48D4-9697-E5EF08A2B7FC}" type="presParOf" srcId="{022DC1DF-802D-4DCE-9FB8-6DE9B3C8066E}" destId="{8E953098-26DF-4083-BF3F-3BB3C31BBE47}" srcOrd="3" destOrd="0" presId="urn:microsoft.com/office/officeart/2008/layout/VerticalCurvedList"/>
    <dgm:cxn modelId="{D63B95EB-1F5A-4307-B874-F11D76A79DC5}" type="presParOf" srcId="{022DC1DF-802D-4DCE-9FB8-6DE9B3C8066E}" destId="{42030F35-041E-4D95-BD1C-870EBD1CB9B3}" srcOrd="4" destOrd="0" presId="urn:microsoft.com/office/officeart/2008/layout/VerticalCurvedList"/>
    <dgm:cxn modelId="{E19989DE-1182-4654-BBF0-5AD8466BC67A}" type="presParOf" srcId="{42030F35-041E-4D95-BD1C-870EBD1CB9B3}" destId="{E98ECF8D-C2C0-466A-A811-323895CA3F46}" srcOrd="0" destOrd="0" presId="urn:microsoft.com/office/officeart/2008/layout/VerticalCurvedList"/>
    <dgm:cxn modelId="{38CB3D87-AC08-4ABC-AB09-FAFE42EA3BFF}" type="presParOf" srcId="{022DC1DF-802D-4DCE-9FB8-6DE9B3C8066E}" destId="{FEDC6524-70C9-40D4-94CE-3E672AB2513A}" srcOrd="5" destOrd="0" presId="urn:microsoft.com/office/officeart/2008/layout/VerticalCurvedList"/>
    <dgm:cxn modelId="{42849424-E1E3-4349-9345-8A115159C9B1}" type="presParOf" srcId="{022DC1DF-802D-4DCE-9FB8-6DE9B3C8066E}" destId="{45EB1B5A-1BDF-48C4-B854-9EB5670967C4}" srcOrd="6" destOrd="0" presId="urn:microsoft.com/office/officeart/2008/layout/VerticalCurvedList"/>
    <dgm:cxn modelId="{9EFF0592-572C-4EBD-84B9-BF099247ABB0}" type="presParOf" srcId="{45EB1B5A-1BDF-48C4-B854-9EB5670967C4}" destId="{F7B8875F-A0F0-48F9-AD04-C2D53C6C2089}" srcOrd="0" destOrd="0" presId="urn:microsoft.com/office/officeart/2008/layout/VerticalCurvedList"/>
    <dgm:cxn modelId="{7F26F1B4-DDDA-4D74-A4A4-3D822AFD4903}" type="presParOf" srcId="{022DC1DF-802D-4DCE-9FB8-6DE9B3C8066E}" destId="{78D494B7-B62E-4107-9773-8FF9DB020984}" srcOrd="7" destOrd="0" presId="urn:microsoft.com/office/officeart/2008/layout/VerticalCurvedList"/>
    <dgm:cxn modelId="{96A840D2-488E-4751-A15B-2AAEF3520155}" type="presParOf" srcId="{022DC1DF-802D-4DCE-9FB8-6DE9B3C8066E}" destId="{DBAEB1F2-5C86-4589-A9FF-CF378D3B91A9}" srcOrd="8" destOrd="0" presId="urn:microsoft.com/office/officeart/2008/layout/VerticalCurvedList"/>
    <dgm:cxn modelId="{A5119C72-1CF7-4A19-B862-E281F406C2B6}" type="presParOf" srcId="{DBAEB1F2-5C86-4589-A9FF-CF378D3B91A9}" destId="{034E196E-E021-419D-A8A3-BBBF1BCFA819}" srcOrd="0" destOrd="0" presId="urn:microsoft.com/office/officeart/2008/layout/VerticalCurvedList"/>
    <dgm:cxn modelId="{2857D6B1-AA77-4DE2-AE71-AE610EAEAA82}" type="presParOf" srcId="{022DC1DF-802D-4DCE-9FB8-6DE9B3C8066E}" destId="{B546A2CE-5478-48A4-96C3-5490A666EDAF}" srcOrd="9" destOrd="0" presId="urn:microsoft.com/office/officeart/2008/layout/VerticalCurvedList"/>
    <dgm:cxn modelId="{2201CCFE-172F-4B9C-A308-84B463AC3B96}" type="presParOf" srcId="{022DC1DF-802D-4DCE-9FB8-6DE9B3C8066E}" destId="{8B231C71-784B-4FC7-9DAE-B7221480C96B}" srcOrd="10" destOrd="0" presId="urn:microsoft.com/office/officeart/2008/layout/VerticalCurvedList"/>
    <dgm:cxn modelId="{0E20A919-276A-492C-89C5-39F25ECEE757}" type="presParOf" srcId="{8B231C71-784B-4FC7-9DAE-B7221480C96B}" destId="{55808194-2F30-4E03-911B-8A0640871E5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9B20E-53EE-4751-8373-4FC129A9BC72}">
      <dsp:nvSpPr>
        <dsp:cNvPr id="0" name=""/>
        <dsp:cNvSpPr/>
      </dsp:nvSpPr>
      <dsp:spPr>
        <a:xfrm>
          <a:off x="0" y="560082"/>
          <a:ext cx="9653494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DE8CF5-812B-49D3-A1F5-E5670620D98D}">
      <dsp:nvSpPr>
        <dsp:cNvPr id="0" name=""/>
        <dsp:cNvSpPr/>
      </dsp:nvSpPr>
      <dsp:spPr>
        <a:xfrm>
          <a:off x="482674" y="43482"/>
          <a:ext cx="7709502" cy="10332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5415" tIns="0" rIns="255415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Giới</a:t>
          </a:r>
          <a:r>
            <a:rPr lang="en-US" sz="3000" kern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thiệu</a:t>
          </a:r>
          <a:r>
            <a:rPr lang="en-US" sz="3000" kern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chung</a:t>
          </a:r>
          <a:r>
            <a:rPr lang="en-US" sz="3000" kern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về</a:t>
          </a:r>
          <a:r>
            <a:rPr lang="en-US" sz="3000" kern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bài</a:t>
          </a:r>
          <a:r>
            <a:rPr lang="en-US" sz="3000" kern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toán</a:t>
          </a:r>
          <a:endParaRPr lang="en-US" sz="3000" kern="12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33111" y="93919"/>
        <a:ext cx="7608628" cy="932326"/>
      </dsp:txXfrm>
    </dsp:sp>
    <dsp:sp modelId="{849D5640-507E-4CFB-851B-B0F8E5D2B567}">
      <dsp:nvSpPr>
        <dsp:cNvPr id="0" name=""/>
        <dsp:cNvSpPr/>
      </dsp:nvSpPr>
      <dsp:spPr>
        <a:xfrm>
          <a:off x="0" y="2147682"/>
          <a:ext cx="9653494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DF7560-1AB5-430F-B2C7-E32115E9E29C}">
      <dsp:nvSpPr>
        <dsp:cNvPr id="0" name=""/>
        <dsp:cNvSpPr/>
      </dsp:nvSpPr>
      <dsp:spPr>
        <a:xfrm>
          <a:off x="482674" y="1631082"/>
          <a:ext cx="7845935" cy="1033200"/>
        </a:xfrm>
        <a:prstGeom prst="round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5415" tIns="0" rIns="255415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Xây</a:t>
          </a:r>
          <a:r>
            <a:rPr lang="en-US" sz="3000" kern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dựng</a:t>
          </a:r>
          <a:r>
            <a:rPr lang="en-US" sz="3000" kern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website </a:t>
          </a:r>
          <a:r>
            <a:rPr lang="en-US" sz="3000" kern="12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US" sz="3000" kern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lý</a:t>
          </a:r>
          <a:r>
            <a:rPr lang="en-US" sz="3000" kern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thuyết</a:t>
          </a:r>
          <a:r>
            <a:rPr lang="en-US" sz="3000" kern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Automata</a:t>
          </a:r>
        </a:p>
      </dsp:txBody>
      <dsp:txXfrm>
        <a:off x="533111" y="1681519"/>
        <a:ext cx="7745061" cy="932326"/>
      </dsp:txXfrm>
    </dsp:sp>
    <dsp:sp modelId="{9702700D-5C79-4A68-8596-277A42205B03}">
      <dsp:nvSpPr>
        <dsp:cNvPr id="0" name=""/>
        <dsp:cNvSpPr/>
      </dsp:nvSpPr>
      <dsp:spPr>
        <a:xfrm>
          <a:off x="0" y="3735282"/>
          <a:ext cx="9653494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2A5234-F624-42E1-90F2-DB739C4B902B}">
      <dsp:nvSpPr>
        <dsp:cNvPr id="0" name=""/>
        <dsp:cNvSpPr/>
      </dsp:nvSpPr>
      <dsp:spPr>
        <a:xfrm>
          <a:off x="482674" y="3218682"/>
          <a:ext cx="7833163" cy="1033200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5415" tIns="0" rIns="255415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Phân</a:t>
          </a:r>
          <a:r>
            <a:rPr lang="en-US" sz="3000" kern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tích</a:t>
          </a:r>
          <a:r>
            <a:rPr lang="en-US" sz="3000" kern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n-US" sz="3000" kern="12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đánh</a:t>
          </a:r>
          <a:r>
            <a:rPr lang="en-US" sz="3000" kern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giá</a:t>
          </a:r>
          <a:r>
            <a:rPr lang="en-US" sz="3000" kern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kết</a:t>
          </a:r>
          <a:r>
            <a:rPr lang="en-US" sz="3000" kern="1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quả</a:t>
          </a:r>
          <a:endParaRPr lang="en-US" sz="3000" kern="1200" dirty="0">
            <a:solidFill>
              <a:schemeClr val="tx1">
                <a:lumMod val="95000"/>
                <a:lumOff val="5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33111" y="3269119"/>
        <a:ext cx="7732289" cy="9323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968B19-D77B-4053-AB1C-DD0D012CAA65}">
      <dsp:nvSpPr>
        <dsp:cNvPr id="0" name=""/>
        <dsp:cNvSpPr/>
      </dsp:nvSpPr>
      <dsp:spPr>
        <a:xfrm>
          <a:off x="53787" y="1758"/>
          <a:ext cx="1598705" cy="1160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DFA</a:t>
          </a:r>
        </a:p>
      </dsp:txBody>
      <dsp:txXfrm>
        <a:off x="53787" y="1758"/>
        <a:ext cx="1598705" cy="1160729"/>
      </dsp:txXfrm>
    </dsp:sp>
    <dsp:sp modelId="{A19354AB-5780-4A0C-B15D-A42C5B23154A}">
      <dsp:nvSpPr>
        <dsp:cNvPr id="0" name=""/>
        <dsp:cNvSpPr/>
      </dsp:nvSpPr>
      <dsp:spPr>
        <a:xfrm>
          <a:off x="53787" y="1220525"/>
          <a:ext cx="1598705" cy="1160729"/>
        </a:xfrm>
        <a:prstGeom prst="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NFA</a:t>
          </a:r>
        </a:p>
      </dsp:txBody>
      <dsp:txXfrm>
        <a:off x="53787" y="1220525"/>
        <a:ext cx="1598705" cy="1160729"/>
      </dsp:txXfrm>
    </dsp:sp>
    <dsp:sp modelId="{E35B440A-1E18-4501-8D77-AEC42EFDD584}">
      <dsp:nvSpPr>
        <dsp:cNvPr id="0" name=""/>
        <dsp:cNvSpPr/>
      </dsp:nvSpPr>
      <dsp:spPr>
        <a:xfrm>
          <a:off x="26889" y="2439291"/>
          <a:ext cx="1652501" cy="1160729"/>
        </a:xfrm>
        <a:prstGeom prst="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NFA-</a:t>
          </a:r>
          <a:r>
            <a:rPr lang="el-GR" sz="3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ε</a:t>
          </a:r>
          <a:endParaRPr lang="en-US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889" y="2439291"/>
        <a:ext cx="1652501" cy="11607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30B0C-440A-457C-882F-66B4CA2AFE2E}">
      <dsp:nvSpPr>
        <dsp:cNvPr id="0" name=""/>
        <dsp:cNvSpPr/>
      </dsp:nvSpPr>
      <dsp:spPr>
        <a:xfrm>
          <a:off x="-6126981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81AD1D-B64C-4AD9-A94C-73D4F95763DE}">
      <dsp:nvSpPr>
        <dsp:cNvPr id="0" name=""/>
        <dsp:cNvSpPr/>
      </dsp:nvSpPr>
      <dsp:spPr>
        <a:xfrm>
          <a:off x="509717" y="338558"/>
          <a:ext cx="7541700" cy="6775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7805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Nhập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dữ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liệu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ôtômát</a:t>
          </a:r>
          <a:endParaRPr lang="en-US" sz="3000" kern="1200" dirty="0"/>
        </a:p>
      </dsp:txBody>
      <dsp:txXfrm>
        <a:off x="509717" y="338558"/>
        <a:ext cx="7541700" cy="677550"/>
      </dsp:txXfrm>
    </dsp:sp>
    <dsp:sp modelId="{A45D4309-5FDF-4E27-8B09-D5D96B420144}">
      <dsp:nvSpPr>
        <dsp:cNvPr id="0" name=""/>
        <dsp:cNvSpPr/>
      </dsp:nvSpPr>
      <dsp:spPr>
        <a:xfrm>
          <a:off x="86248" y="253864"/>
          <a:ext cx="846937" cy="8469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953098-26DF-4083-BF3F-3BB3C31BBE47}">
      <dsp:nvSpPr>
        <dsp:cNvPr id="0" name=""/>
        <dsp:cNvSpPr/>
      </dsp:nvSpPr>
      <dsp:spPr>
        <a:xfrm>
          <a:off x="995230" y="1354558"/>
          <a:ext cx="7056187" cy="677550"/>
        </a:xfrm>
        <a:prstGeom prst="rect">
          <a:avLst/>
        </a:prstGeom>
        <a:solidFill>
          <a:schemeClr val="accent4">
            <a:hueOff val="2450223"/>
            <a:satOff val="-10194"/>
            <a:lumOff val="24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7805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Kiểm tra chuỗi</a:t>
          </a:r>
          <a:endParaRPr lang="en-US" sz="3000" kern="1200" dirty="0"/>
        </a:p>
      </dsp:txBody>
      <dsp:txXfrm>
        <a:off x="995230" y="1354558"/>
        <a:ext cx="7056187" cy="677550"/>
      </dsp:txXfrm>
    </dsp:sp>
    <dsp:sp modelId="{E98ECF8D-C2C0-466A-A811-323895CA3F46}">
      <dsp:nvSpPr>
        <dsp:cNvPr id="0" name=""/>
        <dsp:cNvSpPr/>
      </dsp:nvSpPr>
      <dsp:spPr>
        <a:xfrm>
          <a:off x="571761" y="1269864"/>
          <a:ext cx="846937" cy="8469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450223"/>
              <a:satOff val="-10194"/>
              <a:lumOff val="2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DC6524-70C9-40D4-94CE-3E672AB2513A}">
      <dsp:nvSpPr>
        <dsp:cNvPr id="0" name=""/>
        <dsp:cNvSpPr/>
      </dsp:nvSpPr>
      <dsp:spPr>
        <a:xfrm>
          <a:off x="1144243" y="2370558"/>
          <a:ext cx="6907174" cy="677550"/>
        </a:xfrm>
        <a:prstGeom prst="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7805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Times New Roman" panose="02020603050405020304" pitchFamily="18" charset="0"/>
              <a:cs typeface="Times New Roman" panose="02020603050405020304" pitchFamily="18" charset="0"/>
            </a:rPr>
            <a:t>Chuyển đổi giữa các mô hình</a:t>
          </a:r>
          <a:endParaRPr lang="en-US" sz="3000" kern="1200" dirty="0"/>
        </a:p>
      </dsp:txBody>
      <dsp:txXfrm>
        <a:off x="1144243" y="2370558"/>
        <a:ext cx="6907174" cy="677550"/>
      </dsp:txXfrm>
    </dsp:sp>
    <dsp:sp modelId="{F7B8875F-A0F0-48F9-AD04-C2D53C6C2089}">
      <dsp:nvSpPr>
        <dsp:cNvPr id="0" name=""/>
        <dsp:cNvSpPr/>
      </dsp:nvSpPr>
      <dsp:spPr>
        <a:xfrm>
          <a:off x="720774" y="2285864"/>
          <a:ext cx="846937" cy="8469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D494B7-B62E-4107-9773-8FF9DB020984}">
      <dsp:nvSpPr>
        <dsp:cNvPr id="0" name=""/>
        <dsp:cNvSpPr/>
      </dsp:nvSpPr>
      <dsp:spPr>
        <a:xfrm>
          <a:off x="995230" y="3386558"/>
          <a:ext cx="7056187" cy="677550"/>
        </a:xfrm>
        <a:prstGeom prst="rect">
          <a:avLst/>
        </a:prstGeom>
        <a:solidFill>
          <a:schemeClr val="accent4">
            <a:hueOff val="7350668"/>
            <a:satOff val="-30583"/>
            <a:lumOff val="72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7805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Hiển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thị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trực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quan</a:t>
          </a:r>
          <a:endParaRPr lang="en-US" sz="3000" kern="1200" dirty="0"/>
        </a:p>
      </dsp:txBody>
      <dsp:txXfrm>
        <a:off x="995230" y="3386558"/>
        <a:ext cx="7056187" cy="677550"/>
      </dsp:txXfrm>
    </dsp:sp>
    <dsp:sp modelId="{034E196E-E021-419D-A8A3-BBBF1BCFA819}">
      <dsp:nvSpPr>
        <dsp:cNvPr id="0" name=""/>
        <dsp:cNvSpPr/>
      </dsp:nvSpPr>
      <dsp:spPr>
        <a:xfrm>
          <a:off x="571761" y="3301864"/>
          <a:ext cx="846937" cy="8469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7350668"/>
              <a:satOff val="-30583"/>
              <a:lumOff val="72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46A2CE-5478-48A4-96C3-5490A666EDAF}">
      <dsp:nvSpPr>
        <dsp:cNvPr id="0" name=""/>
        <dsp:cNvSpPr/>
      </dsp:nvSpPr>
      <dsp:spPr>
        <a:xfrm>
          <a:off x="509717" y="4402558"/>
          <a:ext cx="7541700" cy="677550"/>
        </a:xfrm>
        <a:prstGeom prst="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7805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năng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học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tập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mở</a:t>
          </a:r>
          <a:r>
            <a:rPr lang="en-US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rộng</a:t>
          </a:r>
          <a:endParaRPr lang="en-US" sz="3000" kern="1200" dirty="0"/>
        </a:p>
      </dsp:txBody>
      <dsp:txXfrm>
        <a:off x="509717" y="4402558"/>
        <a:ext cx="7541700" cy="677550"/>
      </dsp:txXfrm>
    </dsp:sp>
    <dsp:sp modelId="{55808194-2F30-4E03-911B-8A0640871E5F}">
      <dsp:nvSpPr>
        <dsp:cNvPr id="0" name=""/>
        <dsp:cNvSpPr/>
      </dsp:nvSpPr>
      <dsp:spPr>
        <a:xfrm>
          <a:off x="86248" y="4317864"/>
          <a:ext cx="846937" cy="8469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FD2B9-C76B-41A0-900A-B3E987630E3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1F614-95A3-49F1-A1DF-A8A384899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99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737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0C3C4B-7EB0-A799-EF60-7E7B2A1A5D7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5889A1F-7953-5C39-8687-FF30BEEED6A0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EFB534-7696-D26C-4ED3-9370C4BF548C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CEBF6C9-F2A0-D7EA-46F2-E2BED25E4EEB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FC287AC-3830-D280-1DFB-099F1C622F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61D4A3-C96E-946C-BF56-14B0317E483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FDF354-0251-FE65-2C5F-25380E57F03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6B934B-7F60-9EFE-CEAF-A531BBACD85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F9606-2A17-830C-304D-88D56EDB1C4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ADAA7A-04F6-2616-50B0-A84AF6F98FE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BF1CC2D-4F33-60C3-D015-EE4B3346464B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C43A459-4626-2124-180B-282157DA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86F145B-841B-1EA7-87E9-B007B9A5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8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679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F92E844-1828-0F51-3BFD-DF527D65BF8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0BC67-81A5-AC24-0BB4-9D1D3E835D94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AE1EA0-6222-87BA-38C9-866FE8F2830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606771-B50F-5EF5-AF4C-183C88EEC70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A8AD8D-BBBE-FFAE-563D-62AF760A44A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F63336F-2FD5-E8B2-B179-80665CF8D4BA}"/>
              </a:ext>
            </a:extLst>
          </p:cNvPr>
          <p:cNvSpPr txBox="1"/>
          <p:nvPr userDrawn="1"/>
        </p:nvSpPr>
        <p:spPr>
          <a:xfrm>
            <a:off x="10529591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A62A7F-4A0D-8203-BB6A-E6AFE62BD3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649E161-4DC5-D15C-6DAE-AE38C664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DD46289-EAED-BF63-CD78-95A65C49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9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48C5E-76A7-F702-69DB-282464E7764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456AD05-D0D5-B566-5464-905D6E126C9B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39BB277-D677-7122-583C-E2DA058F670A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FE1A5C2-1028-7EF7-EC88-4F04EC7380D2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542C0C7-F574-E38A-4EB3-08F7967A55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09D78DE-4DE3-2990-85E4-786FD52314B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A8D337-520D-D86F-59BE-49A69B9FFC6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674FC1A-E55F-C03B-647D-62C9D227489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F77203-FB16-225E-E2AD-E6F5BFB29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832108-B491-0ED9-0209-DCDB4B879444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E3B44A9-629A-9AFC-6A18-1288714D7213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47E8952C-C96D-E1CF-68EF-C321F55822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43BEA4F-EC22-DCD8-2D07-6E96C6A77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5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rgbClr val="00AFEF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3CFF9A2-77A5-DDEE-8CD5-81FBB071FF6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E020D5-F981-3E97-FE5E-ADF3F5D5D67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6F97B9-1D92-F527-C77C-03A8413842F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61B76C-9BE8-353C-CE4F-D68CC621DEA4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D53315-09D7-5756-C6C6-55FFDDCFE13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A79C1E-4CE5-9C79-D05A-E661FD9C1020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7A207F-A3E9-4918-9A39-6AFD5C75AE2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41CAD55-C718-D746-6C4B-AC27D7F9E3C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52AF38-7C96-9660-E7DF-32022B50406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98B8E65-85EA-EDA7-0D26-FAB09CE5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6AC2544-66BB-6379-48DA-83F16247F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9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0407ADE-1691-B221-3DBE-A0668F67DFA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34C1E1A-F6EE-479B-62C5-AAA2AF44D763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CF4A6C1-BB6F-E2E1-2B44-FAD2A1B1382F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C836B12-C2E7-7458-8EEF-C0E54C0712FC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02B1A35-3625-44F2-B450-96259B3697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497A08-099F-1B3E-194B-4232B1D060A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5BAB25-FCB5-FAAB-5765-8D4ACA9B26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09F01B-7545-EE0B-CCDB-EA38604EB38F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B09E43-1817-D52E-1B93-2D03B69FBBF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40A8E4-7C5F-7F57-1FD7-2B62EB3A0CA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401AA1-7975-3594-DC27-3B15A19D2BF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6A1549-5E94-2A55-30E3-4C7A2D1E807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698C5B0-03A7-5383-3EC8-3710BCD5581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E419B5B-7A9D-F950-9502-52863B41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4DAFEAD-AB29-262E-41C9-C3201759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4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DEB5E8B-9D80-CFB1-EDED-87ECE2CB2B8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6291E-292F-647B-E93F-CCF3BD97EF4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72A86A-A3D6-70DE-0206-BB773A44427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F733AF-6C3E-C1DE-BF08-4108C35CB05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B7700C-E55C-27FB-89BF-E9B044E9EC3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9A2E08-C471-6D85-4D71-8B7583F204F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8275F7-17A7-2357-D01F-B5A5E3884CF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BC96F8B-987B-47C3-DC48-3B2EC5C98BF8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7A3534-0713-475D-C6A5-307770CE20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EB70784-4611-F5A4-7D58-DD378AF3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7628174-E628-DF34-7A10-83FDFC5D1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3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CEE1D6-0A80-8A7D-310B-2F6B434F47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C110D58-C7C9-AD78-555F-33E02058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81B152-BF7B-A150-5A99-2B451EC38D47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759768-9879-1B7A-B5FA-0DCEFE74D51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889155-4A4A-8DED-164F-8A56C00B8F9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096035-4D5E-EF98-4374-6099861A66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792706-2488-D26C-C54B-F6881C86D05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36761B-1C8C-2A9C-97D2-FD722A844AE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BA4366D-2C0B-5E27-DC28-A877427191A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538E5B-E5A0-69DD-94F0-C506BC4743B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09C7B13-13FD-9548-48BE-5821DF0AAE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283063C-B225-E607-FC11-4C67B2273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8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B71F910-DD42-8802-386F-AA27E891E3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 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E269295-E313-A799-7125-41D39E39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4B895D-114D-C9C2-A547-220F39E95B3A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61B30F-7B6D-78FB-BD6E-E34AD607BE5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7F6DF5-10A9-DC42-E1E9-D1FA91D6BB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1959BFF-8A0A-B338-A74E-37D7F5CED4D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E9E1AD-2113-53D7-8783-10A60D93296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1424EB-91CE-59BF-400F-9BCF3A182E6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99800F-88A1-1EF2-673A-E19EDD4D12A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FA7C85-7A63-3F94-A6E0-51FBFB0A621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9E5B1EA-BE1C-22C4-8140-1FF7F085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3F5244F-399D-4048-0258-1C4D4345F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9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36A66E2-7787-687B-3553-97FAF9109C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473B34E-C5A1-D7E2-C692-BFBE5EBD6A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1CFE12-2689-2DB3-6CB8-E6D662CAE886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6B0CF2-5878-8045-7665-76673B4F71AB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6C447DE-39C2-0CF7-466F-6F936D0397D6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B166D7-5532-DFCC-4719-A557C504B8F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618045-F14E-9F31-0FA0-0532F46BF46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F28839-2BBD-09C4-84D8-C7BD82D44B5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CD9E80B-3CE1-773E-29BB-8B95E6D4543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CA3E05-765A-20DC-76C7-1BB18527C0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2971456-C6D4-0F38-6B9E-1F35DDA6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3720CF9-36DD-EAE0-4DFF-B34E1D72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9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666FBEF-96D4-A728-F979-1B9E3C58461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E8E8DD-CE54-0055-2BF7-151D57DF8BD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72301E-8D74-6168-3E37-23F22C232E8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F16EF-BF90-0E2D-8C37-9F7F65B32C5A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4C6974A-DD6E-7CB5-8FD4-600450267DC0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196367-A723-A537-EB98-81ACB69748F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66BEA6-14C4-AF23-E4A2-9D451D536F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8362F22-F1FE-F284-D164-71325E2FE29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2A85AC-B7B7-482A-12B3-980D59815F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F6D7656-F800-D94D-225F-EDD31055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D4C748E-C498-F3D1-FA1A-8DE0452D3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3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9E864A0-20A2-BDEB-4706-A5E83DDFA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A90EEE0-CD8C-2ACB-25F9-50BB8997F9B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DDDAF3A5-8C80-403E-4204-D45A798228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1442A5B8-CFC4-5FD2-2AD5-A6E2BE31C3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8BE5A7E-5F20-6A38-5D19-14DA476864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9D97C13-D91F-4682-B432-81FF1B14B49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84DFD5-27A7-C363-7007-2DC193A3EAF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6999E-E9FF-973E-7101-9B1C4199764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66026A7-B4F0-EAA7-6E24-26FFBCA763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F0E9D6-6802-7688-2B57-6C08D5DA59C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E658449-E3D8-FD81-A0DE-693514AECD38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B45509-564D-FF36-7D23-E19C5706B85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34F2291-6314-C1AD-04AC-4C2F36AFBCE5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D81222-A6F3-0F0F-54F8-3440A58FEE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5F7985F-5BDC-B2DF-EE61-A86912B6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3C7577-EE0C-2234-C1BF-DA9C643E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1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55DA46C-D8B6-7CFC-66B8-7CB0661BDC5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20D40A-2E3B-C7A9-C896-AB297CD1D502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772D73-D33F-3CF1-F2EC-3AB49AB0A3E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3B7BB71-C74C-F574-53FD-686AF1FFDDB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F3CACD-6A80-FFA4-A1A8-D43F712955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AEB09F-CD5E-7ADC-1B2F-8965E3D7128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F64E0D-6262-6968-C324-91B0C29DAE2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6ACF565-7282-52D8-2F87-9979EB7D22E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EB52C3-46A3-8597-EB48-A059B972B6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417CD2D-3662-2AA5-03DA-B7DB71FD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176764BE-F724-71A0-BE05-2D8CD35F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2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DE2B706-8307-6ED5-F877-389B0B2979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B4C324-3C81-EE05-863B-0BFD10068AD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62863-B89C-435F-F151-714E85DDC0D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D858D0-591A-DB7C-B0CF-EC5885EF6AA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1B9E2AA-8C7B-B434-371B-D07F8E42BC7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048CFE-B19B-7653-369A-1274DDC6A67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B54DA6-059E-42E3-D2C2-7CC236D17F7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78C257-C905-714F-8D36-7C4FEA7B101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171E3B6-9344-8EA5-ECCC-B4E2DB489CB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4D2815-B553-E7E3-A420-642D631F850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43C1B86-79CD-A2B3-901F-0E811E86B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01990695-EF78-6AB0-E960-0608F2EF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55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997C6-547B-2702-8F85-89942F1AB1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F876A1-6B11-6FF8-2D84-015F96056B1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CA6408-9D66-09C4-41AB-00CC1729D3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0018DF-49AD-91F7-0DB0-C9BC1261979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0C13370-E7EC-678E-BD5A-DB77AAE1330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E15444-C65B-BCB2-0C08-2D44E08572B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2101A3-77ED-E52F-5EB8-690B6987C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794B63-DFC9-1FBB-688F-B4BDE18353A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970B167-68C8-83AC-0439-E32E52CA290E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2CD55A-1C1C-F2FF-326E-E4EDF096096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2106D705-167D-4957-B052-389F58C3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4B50CB5C-9421-8092-B746-31E9C2FB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4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Các thông tin cá nhân có liên quan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Nhấn vào để chỉnh sửa tên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Ảnh bìa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Mã QR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399B61-C397-6E24-154B-55AEE91F31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8885C0-D685-8BA1-0334-F39B9B68D71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DF714-887C-B1B4-0544-F3318FB936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5B2670-DCDB-9912-43A9-DB6F7732594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719D13-9667-D80B-8E63-2EAE238785E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5820E4-D785-554F-4A26-439F94DC39C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173FE2-FAF0-8CC7-CB52-0A02CAB31B9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C9A41C-6FE6-99FD-63A0-4F13214472F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E355810-09A4-7711-CAE0-3B52F9B0F7A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FD61F0-56D5-64BF-42C1-A40A09A1EC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D9E8BE1-8359-B3EB-76B9-E21898BB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8313AA7-7AE7-BBBB-D161-E7992A58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0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1</a:t>
            </a: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2</a:t>
            </a:r>
            <a:endParaRPr lang="en-US" dirty="0"/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9BD5AE-860A-11DA-EDCF-22268C7C9A8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50682-E7A5-4FC0-F3BE-BB9A232438A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D63CC-5B2D-403A-2D8D-77E5D2B6108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5D36C9-D247-9D20-3BF2-F3349DFE29E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3E65D7-4824-ED09-532B-9FC7698CEF8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6AB20A-6E3F-4D3A-66A0-FB26AD4A104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847801-603B-FBC5-F985-AE9459E3CD4E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8F14B01-E23B-BFC7-B317-7E21D60D518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56432E-6829-4DE3-60A2-6B8BBDC6B4B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187C7D7A-D6B4-F348-B4E4-CA33AB53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9648BD2-EBDF-9F5F-296A-DFCA3F0B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1D2F5E-B4B4-4F13-5B40-6B34D4077BF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28C786-22D7-B802-E1CD-F76CACF14CCC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47DAB2-9527-687A-8677-8F0D90CD784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F80466-9EFF-A73A-B6DE-D269BCE066A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3337E1-C74F-3AB9-3062-C33D866163B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12D348-DF45-A829-E72D-196DEC172D7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8F8196-C024-0B7C-46F7-739B24E5DBF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A860906-4DB7-35A0-12A0-880FE34D0611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D6CDF9-3E97-FB61-7CE7-3D09FA86D7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218C02C-39DB-9A5F-95CB-0C3CAB0832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4506B3F-1DF2-A2B1-B917-52BD9BA9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27B2114-05AD-5B46-042A-74C2E1E114D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12D61D-E589-A35B-EEF9-9C42ABC105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A589A6-0D91-BA6C-6308-33240D74B74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0B255F-3EA0-6316-1814-EA69B3A1C94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9C3888-223C-A47F-802D-E01AE026158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AFDAA6-E7FA-2A32-DFA6-F90442ED860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DC1B11-CA57-3325-DD06-C67EE58D7FC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8C3C485-7E6C-D1B8-B245-95DB0F954A97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1F8E9-DA5B-DA41-D6FB-62DFDED23A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1B773FC-C6DB-8895-F8FB-AC357B5F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ED3E9AD-AE54-8D77-117E-98F95DCE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4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Readex Pro" pitchFamily="2" charset="-78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 hasCustomPrompt="1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A85175A-A5CA-FDCD-9D1E-D1E3A5C0861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72AE3C-B845-C37F-3FA3-517EBBCCD80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3C2B34-BC37-24CD-CCCC-86C84255F60D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A51EC-EB1C-A2F5-191D-39EC3871D7F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16B55C-8A59-6B1B-682C-62AA2B73A47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C2AAA9-0C7E-3269-988C-8B585C6196A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2758D9-75FB-A297-C9B0-0046880A091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A0FD0A9-AA5C-7D0D-4E1D-5CCB189D948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2D20B6-C339-D112-86D5-A51948B07F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D1D37C2-EC33-4641-5CD8-DBFCCC5A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F9D2D5D-F42C-AD89-38B2-8E5862B8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90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043EC71-5B9E-C0BC-1876-C8F7F39BC54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4374B3-12AF-4FD8-DEB7-27010168D059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BA7498-F3BC-86B3-1A69-799334B6D0C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C85D92-154D-811A-7CED-746E05BC99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FF18A3-B64B-560A-0E4C-FAE23671DD1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087580-3DBD-8257-F1D1-7914462F84C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924CB2-D38F-D098-BA0D-F7AF3FD0DAE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1944464-246D-1746-8383-CA6C986DD6C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6B468E-C03F-EA5D-3562-3CF0D836AD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DB08078-B43B-9900-A614-EDD1B700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53B98CF-4D09-7334-F10E-AC294939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1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E9D4A31-78FB-C50E-E557-1D6A2AB1B39D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E77047-2D78-10EA-8B2B-464D363FDA7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B0BADC-EE2D-7AA3-FE84-68EB6BD21ECE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3A035-1495-F2B0-9581-76B6F74E68E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FB4826-5D0F-51B0-8FB3-AF794F93FD9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DA189B-1ADB-AEB4-5954-98C27419F04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D18312-4501-E052-78A4-D56485FF5E5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BFB8709-60EF-0C2D-7AE6-97383C28A99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513177-236E-9D57-556A-25BA2A08A56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B60C45-18AD-EA2E-F8C7-09BC10A7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6116A22-46CD-EA17-0317-B3A75C35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9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baseline="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628E4E-7D92-2696-C967-238AE8D192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CD306E5-CFB4-AF8E-362E-7264A2EE8FC3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40D7E-4410-6230-80DF-9F48DDD5A2A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71A584-94A8-DB0F-72C3-58733380A87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63D15-A7C4-C136-3C34-D85D43DF91D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A5ACA2-579F-CD83-86DA-E253A52172C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5BCA61-C1DF-F935-9A58-6E188F2CB05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8E80D1-1F87-F099-C499-A6D08F0D1B7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7DD4F89-FFA6-2586-6CFF-BAD9CA9BBED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ADDEC2-86AA-36BA-1460-FC4BE106E1D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0BAA20-270C-6BB8-126D-274EA4BC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E3DB167-B4F8-7DE2-3FE9-16BA7DFC4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977A98-B16D-37D0-150B-AA6EC7793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AAABEF-0466-E8D9-7159-4498725EB23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B4BC4-A4A2-B7AE-36B8-5F8601CBD24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324B4-3F68-C3A0-CCD5-76223DA44378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CAF8661-5038-9FE1-BBA8-946867DADAB0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383C5A-EDBD-9F53-185B-2E7B394F345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A2C68B-0393-7A63-49AA-3FFE7FE14C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CA16E1-AF2D-D0AA-1F01-070BA884ACD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BCC7B34-3035-0952-6B45-935B76D988E3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7B063C-9DEE-224B-8FD3-B578122F70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004C0A-B376-851D-1C1F-61573C0B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D28DB7B-FFF4-7151-C18D-3C7D5D9D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690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F29CC0-A8E3-7B26-83F7-23FD30C83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CA7CBBB-5BEC-4156-BB0B-762A1656305F}"/>
              </a:ext>
            </a:extLst>
          </p:cNvPr>
          <p:cNvSpPr/>
          <p:nvPr userDrawn="1"/>
        </p:nvSpPr>
        <p:spPr>
          <a:xfrm>
            <a:off x="135235" y="6474525"/>
            <a:ext cx="544432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E0175B-DA75-48B5-9D9D-69732B703EF5}"/>
              </a:ext>
            </a:extLst>
          </p:cNvPr>
          <p:cNvGrpSpPr/>
          <p:nvPr userDrawn="1"/>
        </p:nvGrpSpPr>
        <p:grpSpPr>
          <a:xfrm>
            <a:off x="205437" y="6454898"/>
            <a:ext cx="544432" cy="365125"/>
            <a:chOff x="119712" y="6454898"/>
            <a:chExt cx="544432" cy="36512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FADB430-7D50-4978-89C8-6C6EBBB3035E}"/>
                </a:ext>
              </a:extLst>
            </p:cNvPr>
            <p:cNvSpPr/>
            <p:nvPr userDrawn="1"/>
          </p:nvSpPr>
          <p:spPr>
            <a:xfrm>
              <a:off x="119712" y="6488235"/>
              <a:ext cx="544432" cy="298450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Slide Number Placeholder 5">
              <a:extLst>
                <a:ext uri="{FF2B5EF4-FFF2-40B4-BE49-F238E27FC236}">
                  <a16:creationId xmlns:a16="http://schemas.microsoft.com/office/drawing/2014/main" id="{7688F936-0D30-441F-BBA9-66AE32197B6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59150" y="6454898"/>
              <a:ext cx="465556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/>
                  </a:solidFill>
                  <a:latin typeface="Barlow" panose="00000500000000000000" pitchFamily="2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E7A8FBE-F383-41C2-9A02-D1D86CE96726}" type="slidenum">
                <a:rPr lang="en-US" smtClean="0">
                  <a:latin typeface="K2D" panose="00000500000000000000" pitchFamily="2" charset="-34"/>
                </a:rPr>
                <a:pPr/>
                <a:t>‹#›</a:t>
              </a:fld>
              <a:endParaRPr lang="en-US">
                <a:latin typeface="K2D" panose="00000500000000000000" pitchFamily="2" charset="-34"/>
              </a:endParaRPr>
            </a:p>
          </p:txBody>
        </p:sp>
      </p:grp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4F36C960-0DDB-40F7-96C6-0E5E092E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548263"/>
            <a:ext cx="2743200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EB56B231-F846-4811-B632-4AB4BAA9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250632-77FB-405A-BBE8-9981579CE7EF}"/>
              </a:ext>
            </a:extLst>
          </p:cNvPr>
          <p:cNvSpPr txBox="1"/>
          <p:nvPr/>
        </p:nvSpPr>
        <p:spPr>
          <a:xfrm>
            <a:off x="817685" y="6410864"/>
            <a:ext cx="2760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baseline="0">
                <a:solidFill>
                  <a:schemeClr val="bg1"/>
                </a:solidFill>
                <a:latin typeface="K2D" panose="00000500000000000000" pitchFamily="2" charset="-34"/>
              </a:rPr>
              <a:t>ĐẠI HỌC CẦN THƠ</a:t>
            </a:r>
            <a:endParaRPr lang="en-US" sz="1400" b="1">
              <a:solidFill>
                <a:schemeClr val="bg1"/>
              </a:solidFill>
              <a:latin typeface="K2D" panose="00000500000000000000" pitchFamily="2" charset="-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F06559-0D08-475B-BB2B-C2AD79E1EA9A}"/>
              </a:ext>
            </a:extLst>
          </p:cNvPr>
          <p:cNvSpPr txBox="1"/>
          <p:nvPr userDrawn="1"/>
        </p:nvSpPr>
        <p:spPr>
          <a:xfrm>
            <a:off x="10536385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A2DBFB6-FB51-4349-AD79-DB5E3B289A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02785" y="6488354"/>
            <a:ext cx="9336024" cy="1182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741078-A544-42D3-8CE7-5F2F115BABE0}"/>
              </a:ext>
            </a:extLst>
          </p:cNvPr>
          <p:cNvSpPr txBox="1"/>
          <p:nvPr userDrawn="1"/>
        </p:nvSpPr>
        <p:spPr>
          <a:xfrm>
            <a:off x="817685" y="6599210"/>
            <a:ext cx="1922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rPr>
              <a:t>Cộng đồng – Toàn diện – Ưu việt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eadex Pro" pitchFamily="2" charset="-78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C7F682-0100-EB65-9EF7-68F4E1527F64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B12206D-0D33-F7BF-D5C3-71176B0C507A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958F7DE-9367-1A7B-0471-C642F47C03A3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FF2EDA6-9276-E821-1BDA-7B118853E64D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608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39DEC0-0415-D667-18C3-EEA5AEBABE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74BF315-D1FC-6421-060B-3FFD387F1B1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2D3478F-4D6B-F3FC-93EE-781955B168ED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0E6027-7A58-80A0-C4DE-BD292242A19B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C39217D-11B2-EC58-7DB9-670BADCEC0E6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69E2A5B-C398-3A54-39BB-1A10AD77A4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40C400F-3AEE-5C28-4A10-78CBA14078B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A79BBA-69C1-570D-F28E-9BB9C6ACBEC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C30C32-8749-8F9D-AFB9-200DC55D9965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36664E3-F587-5BFA-8277-C0DDF1B0FB4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36890-856E-2F7B-8E55-A33B790D7C1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B2CBB7-80CC-0503-06CA-B293272E754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49DC9B-DB28-1334-ACD6-A7837974CC5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896B089-ECA6-A22E-B1B3-DEA30DA3A29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3CA8C4BA-A884-9E59-FFE3-0B919D00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9B8DE1D-7394-99A3-7495-C14CDDA1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72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6F8249F-933F-27B4-037F-1BE57AC729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2D8527-F93B-EB58-7740-2C078C40D098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2B52FF-C488-9746-1718-20EBF7C6F69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1F8AA-07ED-7376-C0C8-2331E007AE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98A477-5FFB-8A7A-8F05-0A80F04AEFB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725ED5-67ED-5B9A-3DCA-1DE0F4C58341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E9266B7-33A3-424D-B662-BE0A9937A840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686A9F9-4156-B900-5857-6016C3E85FAB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0D5907-9052-863A-8BCC-EF17800E64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F2144C9-292D-3866-E801-4F565FEE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9BEA6383-5223-C237-6EF3-C8B51BE5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344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DADA73C-32DA-6364-6627-ED34BFEF2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005A496-97A9-F2E6-5A93-82ED2999180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E9CB3-D945-22DB-F3B1-01E643966ACF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D6A3BA-05EA-D4A6-D520-6A0BBE9ACFC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1D0D4-C58F-2943-9F96-7367FEA221D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313E83-E883-5D3C-7410-B094E1918C1E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148F3C-F670-4585-6238-F7F73412182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5B6593-3DAF-E642-22A3-B33B2E999E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612E298-D721-FB54-E8B1-308FB365446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DE4871-7678-DA84-8689-2F27B59205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13E948E-49EF-8C4E-0898-E98F72B6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5A65652-1FC1-56DE-41BF-70B7E317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96C117-0DD7-57D2-DF3E-3C0A174E0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F5E8B0A-35A9-1D4F-DB19-BE07791E78F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E1F6B-3A1F-F4AA-B616-B69C903A909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A17A55-6967-1E8F-7303-5303CBD602A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4F218F-2B5C-5125-3565-DD9470D6775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F21373-8291-8606-349F-C9D37F7F42EA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90A1A8-07D6-CC23-110F-A4349C95D83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B2C4FA-6364-1259-35B8-B7538FBAB89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298D622-19A9-9C4F-D8B3-A0B8BACFDA9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D19E43-BFD6-BAEA-5172-CB6E311691D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86DB862-383E-AC4E-53C8-05578489E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61406AB-9157-BB66-317E-91FF6676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E6F05EB3-1A18-FFAB-87F4-C3B6F94C3D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B58D15-E021-9409-2BF6-38B8662548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E05A38DB-2EAE-47C8-9F84-174DA20245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472C8C42-C792-4628-B171-1C30DA52BB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EFF8FA1-B5A4-2A75-DF61-6155775A60B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28A97E-3A14-7BF0-D186-C53734F2598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894450-A56F-CB14-56CE-6BAB4A469F50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EDC2765-72E6-0900-A64B-07D9394DE1EE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72BBAE-9F84-4D92-5FC5-6BAC2EBBA3A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8EF8C-2CE8-32A2-4893-8A1F462F59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C64073C-92F4-B219-BB9F-D220B1F1317A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CDC2B2F-DD31-C057-140F-8607950C122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D099AF-ADE0-F209-43E6-00047303FC9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9D6B138-607A-1698-333D-31B07D85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EC58AAA-3CCF-ABE2-A4E2-6851325D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13" name="Picture Placeholder 1">
            <a:extLst>
              <a:ext uri="{FF2B5EF4-FFF2-40B4-BE49-F238E27FC236}">
                <a16:creationId xmlns:a16="http://schemas.microsoft.com/office/drawing/2014/main" id="{2E6D52DE-4D97-3181-9440-19E31A6CE81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15" name="Picture Placeholder 1">
            <a:extLst>
              <a:ext uri="{FF2B5EF4-FFF2-40B4-BE49-F238E27FC236}">
                <a16:creationId xmlns:a16="http://schemas.microsoft.com/office/drawing/2014/main" id="{88786B7F-DEAA-9BB7-8BD3-B3780EB61BC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30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0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80" r:id="rId2"/>
    <p:sldLayoutId id="2147483679" r:id="rId3"/>
    <p:sldLayoutId id="2147483652" r:id="rId4"/>
    <p:sldLayoutId id="2147483653" r:id="rId5"/>
    <p:sldLayoutId id="2147483654" r:id="rId6"/>
    <p:sldLayoutId id="2147483677" r:id="rId7"/>
    <p:sldLayoutId id="2147483655" r:id="rId8"/>
    <p:sldLayoutId id="2147483656" r:id="rId9"/>
    <p:sldLayoutId id="2147483657" r:id="rId10"/>
    <p:sldLayoutId id="2147483678" r:id="rId11"/>
    <p:sldLayoutId id="2147483658" r:id="rId12"/>
    <p:sldLayoutId id="2147483659" r:id="rId13"/>
    <p:sldLayoutId id="2147483660" r:id="rId14"/>
    <p:sldLayoutId id="2147483661" r:id="rId15"/>
    <p:sldLayoutId id="2147483663" r:id="rId16"/>
    <p:sldLayoutId id="2147483666" r:id="rId17"/>
    <p:sldLayoutId id="2147483674" r:id="rId18"/>
    <p:sldLayoutId id="2147483673" r:id="rId19"/>
    <p:sldLayoutId id="2147483675" r:id="rId20"/>
    <p:sldLayoutId id="2147483676" r:id="rId21"/>
    <p:sldLayoutId id="2147483664" r:id="rId22"/>
    <p:sldLayoutId id="2147483665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45E41-A1AF-488B-B0BD-65F8B7FDA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141" y="3257571"/>
            <a:ext cx="11205713" cy="1626513"/>
          </a:xfrm>
        </p:spPr>
        <p:txBody>
          <a:bodyPr>
            <a:normAutofit/>
          </a:bodyPr>
          <a:lstStyle/>
          <a:p>
            <a:r>
              <a:rPr lang="vi-VN" dirty="0"/>
              <a:t>WEBSITE</a:t>
            </a:r>
            <a:r>
              <a:rPr lang="en-US"/>
              <a:t> MÔ PHỎNG</a:t>
            </a:r>
            <a:br>
              <a:rPr lang="en-US" dirty="0"/>
            </a:br>
            <a:r>
              <a:rPr lang="en-US" dirty="0"/>
              <a:t> </a:t>
            </a:r>
            <a:r>
              <a:rPr lang="vi-VN" dirty="0"/>
              <a:t>GIẢI</a:t>
            </a:r>
            <a:r>
              <a:rPr lang="en-US" dirty="0"/>
              <a:t> </a:t>
            </a:r>
            <a:r>
              <a:rPr lang="vi-VN" dirty="0"/>
              <a:t>BÀI</a:t>
            </a:r>
            <a:r>
              <a:rPr lang="en-US" dirty="0"/>
              <a:t> </a:t>
            </a:r>
            <a:r>
              <a:rPr lang="vi-VN" dirty="0"/>
              <a:t>TẬP</a:t>
            </a:r>
            <a:r>
              <a:rPr lang="en-US" dirty="0"/>
              <a:t> </a:t>
            </a:r>
            <a:r>
              <a:rPr lang="vi-VN" dirty="0"/>
              <a:t>AUTOMATA</a:t>
            </a:r>
            <a:endParaRPr lang="en-US" sz="40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537F2-C3B5-487E-AF04-318467A15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225" y="2279395"/>
            <a:ext cx="11205713" cy="1149605"/>
          </a:xfrm>
        </p:spPr>
        <p:txBody>
          <a:bodyPr>
            <a:normAutofit/>
          </a:bodyPr>
          <a:lstStyle/>
          <a:p>
            <a:r>
              <a:rPr lang="en-US" sz="2600" i="1" dirty="0"/>
              <a:t>BÁO CÁO ĐỒ ÁN MÔN HỌC</a:t>
            </a:r>
          </a:p>
          <a:p>
            <a:r>
              <a:rPr lang="en-US" sz="2600" i="1" dirty="0"/>
              <a:t>TIN HỌC LÝ THUYẾT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7A67E-F5E5-4E62-AFA1-B5747C25AE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3144" y="4924425"/>
            <a:ext cx="11205713" cy="1149605"/>
          </a:xfrm>
        </p:spPr>
        <p:txBody>
          <a:bodyPr/>
          <a:lstStyle/>
          <a:p>
            <a:r>
              <a:rPr lang="en-US" dirty="0"/>
              <a:t>Huỳnh Thanh Phong</a:t>
            </a:r>
          </a:p>
          <a:p>
            <a:r>
              <a:rPr lang="en-US" dirty="0"/>
              <a:t>B2207555</a:t>
            </a:r>
          </a:p>
          <a:p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: 10</a:t>
            </a:r>
          </a:p>
        </p:txBody>
      </p:sp>
    </p:spTree>
    <p:extLst>
      <p:ext uri="{BB962C8B-B14F-4D97-AF65-F5344CB8AC3E}">
        <p14:creationId xmlns:p14="http://schemas.microsoft.com/office/powerpoint/2010/main" val="520877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2E49F42-CAA6-E15D-527E-A024A1288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143" y="3043655"/>
            <a:ext cx="11205713" cy="1705958"/>
          </a:xfrm>
        </p:spPr>
        <p:txBody>
          <a:bodyPr>
            <a:normAutofit/>
          </a:bodyPr>
          <a:lstStyle/>
          <a:p>
            <a:r>
              <a:rPr lang="vi-VN" dirty="0">
                <a:solidFill>
                  <a:srgbClr val="C00000"/>
                </a:solidFill>
              </a:rPr>
              <a:t>WEBSITE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vi-VN" dirty="0">
                <a:solidFill>
                  <a:srgbClr val="C00000"/>
                </a:solidFill>
              </a:rPr>
              <a:t>TƯƠNG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vi-VN" dirty="0">
                <a:solidFill>
                  <a:srgbClr val="C00000"/>
                </a:solidFill>
              </a:rPr>
              <a:t>TÁC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vi-VN" dirty="0">
                <a:solidFill>
                  <a:srgbClr val="C00000"/>
                </a:solidFill>
              </a:rPr>
              <a:t>GIẢI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vi-VN" dirty="0">
                <a:solidFill>
                  <a:srgbClr val="C00000"/>
                </a:solidFill>
              </a:rPr>
              <a:t>BÀI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vi-VN" dirty="0">
                <a:solidFill>
                  <a:srgbClr val="C00000"/>
                </a:solidFill>
              </a:rPr>
              <a:t>TẬP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vi-VN" dirty="0">
                <a:solidFill>
                  <a:srgbClr val="C00000"/>
                </a:solidFill>
              </a:rPr>
              <a:t>AUTOMATA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80FFE75-99B0-1500-004F-319D0506F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142" y="2185265"/>
            <a:ext cx="11205713" cy="114960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F5CA9"/>
                </a:solidFill>
              </a:rPr>
              <a:t>BÁO CÁO ĐỒ ÁN MÔN HỌC</a:t>
            </a:r>
          </a:p>
          <a:p>
            <a:r>
              <a:rPr lang="en-US" sz="2200" i="1" dirty="0">
                <a:solidFill>
                  <a:srgbClr val="1F5CA9"/>
                </a:solidFill>
              </a:rPr>
              <a:t>TIN HỌC LÝ THUYẾT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C189BDD-6EF4-7BCF-8DC5-1720982310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3144" y="4924425"/>
            <a:ext cx="11205713" cy="1149605"/>
          </a:xfrm>
        </p:spPr>
        <p:txBody>
          <a:bodyPr/>
          <a:lstStyle/>
          <a:p>
            <a:r>
              <a:rPr lang="en-US" dirty="0"/>
              <a:t>Huỳnh Thanh Phong</a:t>
            </a:r>
          </a:p>
          <a:p>
            <a:r>
              <a:rPr lang="en-US" dirty="0"/>
              <a:t>B2207555</a:t>
            </a:r>
          </a:p>
          <a:p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: 10</a:t>
            </a:r>
          </a:p>
        </p:txBody>
      </p:sp>
    </p:spTree>
    <p:extLst>
      <p:ext uri="{BB962C8B-B14F-4D97-AF65-F5344CB8AC3E}">
        <p14:creationId xmlns:p14="http://schemas.microsoft.com/office/powerpoint/2010/main" val="73140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C98C-59A6-490B-83BD-EE1E10A5B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 CHÍNH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21D5A0A-65FE-510E-0CF3-7DC1143280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0216043"/>
              </p:ext>
            </p:extLst>
          </p:nvPr>
        </p:nvGraphicFramePr>
        <p:xfrm>
          <a:off x="1269253" y="1098617"/>
          <a:ext cx="9653494" cy="4660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6205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DF59D-A0D8-6F21-6A2E-9C5D9DED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CBAE0-3B1B-4C25-8F5E-FB1474C33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MỤC TIÊU ĐỀ TÀI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A02E34-ECCA-8FE5-0EBA-CB8AA3741BE9}"/>
              </a:ext>
            </a:extLst>
          </p:cNvPr>
          <p:cNvSpPr txBox="1"/>
          <p:nvPr/>
        </p:nvSpPr>
        <p:spPr>
          <a:xfrm>
            <a:off x="578224" y="1413064"/>
            <a:ext cx="551777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vi-VN" sz="3000" dirty="0">
                <a:latin typeface="+mj-lt"/>
                <a:cs typeface="K2D" panose="00000800000000000000" pitchFamily="2" charset="-34"/>
              </a:rPr>
              <a:t>Giúp sinh viên hình dung rõ cấu trúc và cơ chế hoạt động của từng loại </a:t>
            </a:r>
            <a:r>
              <a:rPr lang="vi-VN" sz="3000" dirty="0" err="1">
                <a:latin typeface="+mj-lt"/>
                <a:cs typeface="K2D" panose="00000800000000000000" pitchFamily="2" charset="-34"/>
              </a:rPr>
              <a:t>ôtômát</a:t>
            </a:r>
            <a:endParaRPr lang="en-US" sz="3000" dirty="0">
              <a:latin typeface="+mj-lt"/>
              <a:cs typeface="K2D" panose="00000800000000000000" pitchFamily="2" charset="-34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3000" dirty="0">
              <a:latin typeface="+mj-lt"/>
              <a:cs typeface="K2D" panose="00000800000000000000" pitchFamily="2" charset="-34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vi-VN" sz="3000" dirty="0">
                <a:latin typeface="+mj-lt"/>
                <a:cs typeface="K2D" panose="00000800000000000000" pitchFamily="2" charset="-34"/>
              </a:rPr>
              <a:t>Cho phép kiểm thử chuỗi đầu vào và quan sát từng bước chuyển trạng thái.</a:t>
            </a:r>
            <a:endParaRPr lang="en-US" sz="3000" dirty="0">
              <a:latin typeface="+mj-lt"/>
              <a:cs typeface="K2D" panose="00000800000000000000" pitchFamily="2" charset="-34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04B1FF-0440-035F-5A0B-B9FC6EFA23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051" y="749235"/>
            <a:ext cx="5629835" cy="418997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0A31404-82E6-4675-3F3A-91291CC448D5}"/>
              </a:ext>
            </a:extLst>
          </p:cNvPr>
          <p:cNvSpPr txBox="1"/>
          <p:nvPr/>
        </p:nvSpPr>
        <p:spPr>
          <a:xfrm>
            <a:off x="578224" y="4937104"/>
            <a:ext cx="11567831" cy="139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Hỗ</a:t>
            </a:r>
            <a:r>
              <a:rPr lang="en-US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trợ</a:t>
            </a:r>
            <a:r>
              <a:rPr lang="en-US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chuyển</a:t>
            </a:r>
            <a:r>
              <a:rPr lang="en-US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đổi</a:t>
            </a:r>
            <a:r>
              <a:rPr lang="en-US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giữa</a:t>
            </a:r>
            <a:r>
              <a:rPr lang="en-US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các</a:t>
            </a:r>
            <a:r>
              <a:rPr lang="en-US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dạng</a:t>
            </a:r>
            <a:r>
              <a:rPr lang="en-US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ôtômát</a:t>
            </a:r>
            <a:r>
              <a:rPr lang="en-US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(NFA ↔ </a:t>
            </a:r>
            <a:r>
              <a:rPr lang="en-US" sz="3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NFAe</a:t>
            </a:r>
            <a:r>
              <a:rPr lang="en-US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NFA → DFA).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Chia </a:t>
            </a:r>
            <a:r>
              <a:rPr lang="en-US" sz="3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sẻ</a:t>
            </a:r>
            <a:r>
              <a:rPr lang="en-US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các</a:t>
            </a:r>
            <a:r>
              <a:rPr lang="en-US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bài</a:t>
            </a:r>
            <a:r>
              <a:rPr lang="en-US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tập</a:t>
            </a:r>
            <a:r>
              <a:rPr lang="en-US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trong</a:t>
            </a:r>
            <a:r>
              <a:rPr lang="en-US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giáo</a:t>
            </a:r>
            <a:r>
              <a:rPr lang="en-US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trình</a:t>
            </a:r>
            <a:r>
              <a:rPr lang="en-US" sz="3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5104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2C495-4123-BF5F-1867-F4E2502C3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64F3A-14C5-2F87-4AE1-660987262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CƠ SỞ LÝ THUYẾT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56458D-0DBE-BEDA-B085-305CCA69CD9D}"/>
              </a:ext>
            </a:extLst>
          </p:cNvPr>
          <p:cNvSpPr txBox="1"/>
          <p:nvPr/>
        </p:nvSpPr>
        <p:spPr>
          <a:xfrm>
            <a:off x="312084" y="1104692"/>
            <a:ext cx="11567831" cy="3480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3000" dirty="0">
                <a:latin typeface="+mj-lt"/>
              </a:rPr>
              <a:t> 			</a:t>
            </a:r>
            <a:r>
              <a:rPr lang="vi-VN" sz="3000" dirty="0" err="1">
                <a:latin typeface="+mj-lt"/>
              </a:rPr>
              <a:t>Ôtômát</a:t>
            </a:r>
            <a:r>
              <a:rPr lang="vi-VN" sz="3000" dirty="0">
                <a:latin typeface="+mj-lt"/>
              </a:rPr>
              <a:t> hữu hạn đơn định</a:t>
            </a:r>
            <a:endParaRPr lang="en-US" sz="3000" dirty="0">
              <a:latin typeface="+mj-lt"/>
            </a:endParaRPr>
          </a:p>
          <a:p>
            <a:pPr marL="514350" indent="-514350" algn="just">
              <a:lnSpc>
                <a:spcPct val="150000"/>
              </a:lnSpc>
              <a:buAutoNum type="arabicPeriod"/>
            </a:pPr>
            <a:endParaRPr lang="en-US" sz="3000" dirty="0">
              <a:latin typeface="+mj-lt"/>
            </a:endParaRP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3000" dirty="0">
                <a:latin typeface="+mj-lt"/>
              </a:rPr>
              <a:t>			</a:t>
            </a:r>
            <a:r>
              <a:rPr lang="vi-VN" sz="3000" dirty="0" err="1">
                <a:latin typeface="+mj-lt"/>
              </a:rPr>
              <a:t>Ôtômát</a:t>
            </a:r>
            <a:r>
              <a:rPr lang="vi-VN" sz="3000" dirty="0">
                <a:latin typeface="+mj-lt"/>
              </a:rPr>
              <a:t> hữu hạn không đơn định</a:t>
            </a:r>
            <a:endParaRPr lang="en-US" sz="3000" dirty="0">
              <a:latin typeface="+mj-lt"/>
            </a:endParaRPr>
          </a:p>
          <a:p>
            <a:pPr marL="514350" indent="-514350" algn="just">
              <a:lnSpc>
                <a:spcPct val="150000"/>
              </a:lnSpc>
              <a:buAutoNum type="arabicPeriod"/>
            </a:pPr>
            <a:endParaRPr lang="en-US" sz="3000" dirty="0">
              <a:latin typeface="+mj-lt"/>
            </a:endParaRP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3000" b="1" dirty="0">
                <a:latin typeface="+mj-lt"/>
              </a:rPr>
              <a:t>			</a:t>
            </a:r>
            <a:r>
              <a:rPr lang="vi-VN" sz="3000" dirty="0" err="1">
                <a:latin typeface="+mj-lt"/>
              </a:rPr>
              <a:t>Ôtômát</a:t>
            </a:r>
            <a:r>
              <a:rPr lang="vi-VN" sz="3000" dirty="0">
                <a:latin typeface="+mj-lt"/>
              </a:rPr>
              <a:t> hữu hạn không đơn định có </a:t>
            </a:r>
            <a:r>
              <a:rPr lang="el-GR" sz="3000" dirty="0">
                <a:latin typeface="+mj-lt"/>
              </a:rPr>
              <a:t>ε-</a:t>
            </a:r>
            <a:r>
              <a:rPr lang="vi-VN" sz="3000" dirty="0">
                <a:latin typeface="+mj-lt"/>
              </a:rPr>
              <a:t>chuyển</a:t>
            </a:r>
            <a:endParaRPr lang="en-US" sz="30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E043D8-0C31-905B-BC19-2AB2295ED165}"/>
                  </a:ext>
                </a:extLst>
              </p:cNvPr>
              <p:cNvSpPr txBox="1"/>
              <p:nvPr/>
            </p:nvSpPr>
            <p:spPr>
              <a:xfrm>
                <a:off x="4336675" y="4984206"/>
                <a:ext cx="3301254" cy="55399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l-GR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A=(Q,Σ,δ,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l-GR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​,F</a:t>
                </a:r>
                <a:r>
                  <a:rPr 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30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E043D8-0C31-905B-BC19-2AB2295ED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675" y="4984206"/>
                <a:ext cx="3301254" cy="553998"/>
              </a:xfrm>
              <a:prstGeom prst="rect">
                <a:avLst/>
              </a:prstGeom>
              <a:blipFill>
                <a:blip r:embed="rId2"/>
                <a:stretch>
                  <a:fillRect t="-14444" b="-3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45EE60B-5A47-448D-CF2D-A08E5E316F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5944378"/>
              </p:ext>
            </p:extLst>
          </p:nvPr>
        </p:nvGraphicFramePr>
        <p:xfrm>
          <a:off x="1184836" y="1104692"/>
          <a:ext cx="1706281" cy="3601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69105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06906-AB58-B6C9-C290-F743E8E29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3D599-5AAD-E817-21CA-0BE3A209C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07" y="1549445"/>
            <a:ext cx="2066365" cy="327699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YÊU CẦU CHỨC NĂNG HỆ THỐNG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CA97BF5-7869-2DBE-7CE2-76A08786CB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3528095"/>
              </p:ext>
            </p:extLst>
          </p:nvPr>
        </p:nvGraphicFramePr>
        <p:xfrm>
          <a:off x="2529541" y="47861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0434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1D0C1-5FF4-1084-7C6A-C24A3B3A3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BA058-D90D-6F43-31CC-4DB05AB89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CÔNG NGHỆ SỬ DỤNG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B837E5-5BA3-36B1-9D18-A29B6578E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94" y="1466367"/>
            <a:ext cx="4250326" cy="394767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F74890-4D52-99C9-A57F-CEB5B178A7E4}"/>
              </a:ext>
            </a:extLst>
          </p:cNvPr>
          <p:cNvSpPr/>
          <p:nvPr/>
        </p:nvSpPr>
        <p:spPr>
          <a:xfrm>
            <a:off x="3739337" y="1061459"/>
            <a:ext cx="6183406" cy="81738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HTML- </a:t>
            </a:r>
            <a:r>
              <a:rPr lang="en-US" sz="30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HyperText</a:t>
            </a:r>
            <a:r>
              <a:rPr lang="en-US" sz="30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Markup Language</a:t>
            </a:r>
            <a:endParaRPr lang="en-US" sz="3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5E3F3E0-5783-D9FF-011F-DE8013DA3A1F}"/>
              </a:ext>
            </a:extLst>
          </p:cNvPr>
          <p:cNvSpPr/>
          <p:nvPr/>
        </p:nvSpPr>
        <p:spPr>
          <a:xfrm>
            <a:off x="5088526" y="2017274"/>
            <a:ext cx="6183406" cy="81738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 - Cascading Style Sheets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E836D80-5032-4438-FB2E-0D12525FDD16}"/>
              </a:ext>
            </a:extLst>
          </p:cNvPr>
          <p:cNvSpPr/>
          <p:nvPr/>
        </p:nvSpPr>
        <p:spPr>
          <a:xfrm>
            <a:off x="5922244" y="3012035"/>
            <a:ext cx="6183406" cy="81738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 - JavaScript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761E7F4-7D56-22B4-D149-DF050E944A97}"/>
              </a:ext>
            </a:extLst>
          </p:cNvPr>
          <p:cNvSpPr/>
          <p:nvPr/>
        </p:nvSpPr>
        <p:spPr>
          <a:xfrm>
            <a:off x="5088526" y="4006796"/>
            <a:ext cx="6183406" cy="817389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 CSS - Bootstrap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D1BFCE5-1875-87F1-D6E5-00B4032136CF}"/>
              </a:ext>
            </a:extLst>
          </p:cNvPr>
          <p:cNvSpPr/>
          <p:nvPr/>
        </p:nvSpPr>
        <p:spPr>
          <a:xfrm>
            <a:off x="3739337" y="5001557"/>
            <a:ext cx="6183406" cy="81738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Vis.js - </a:t>
            </a:r>
            <a:r>
              <a:rPr lang="en-US" sz="3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vis_network</a:t>
            </a:r>
            <a:endParaRPr lang="en-US" sz="3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829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3BEB5-7551-BC61-8519-405E7833D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101C-F007-2B45-76AB-946D034BF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THIẾT KẾ CẤU TRÚC DỮ LIỆU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D9B639C-34D7-5BF6-302F-B75AA4D57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9157" y="1029312"/>
            <a:ext cx="6439805" cy="522357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B6C6A5-07AC-3686-9515-2EA7AE696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065" y="1852114"/>
            <a:ext cx="6185723" cy="315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792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FB3BB-1068-513E-64F4-F41D761D2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074FD-2519-A2DB-D196-C2452B0C4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THIẾT KẾ CẤU TRÚC DỮ LIỆU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19D04F-B74B-4BC3-4657-B7E570BE3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lasticWrap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0849" y="1477568"/>
            <a:ext cx="5830114" cy="3829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DB7711-B6E8-A618-4865-5AC708070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763" y="1275862"/>
            <a:ext cx="4293340" cy="328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45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916E9-3151-8531-1B70-A91374EF5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82045F6-8D65-3756-524A-024A73C9EA2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ghtScreen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29" y="45703"/>
            <a:ext cx="11775458" cy="6288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388260-1140-E3EB-FDD6-2DAC418E33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75984"/>
            <a:ext cx="9587753" cy="450603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5F657D5-6517-E683-3F7D-43CE96273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3965" y="177133"/>
            <a:ext cx="4701988" cy="867422"/>
          </a:xfr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US" dirty="0"/>
              <a:t>GIAO DIỆN WEBSITE </a:t>
            </a:r>
          </a:p>
        </p:txBody>
      </p:sp>
    </p:spTree>
    <p:extLst>
      <p:ext uri="{BB962C8B-B14F-4D97-AF65-F5344CB8AC3E}">
        <p14:creationId xmlns:p14="http://schemas.microsoft.com/office/powerpoint/2010/main" val="2840068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2E696-DEA7-DAC5-1BFD-1BE0AEC62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744BD02-3DF3-1703-0C00-8F2E0D9338ED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ghtScreen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29" y="45703"/>
            <a:ext cx="11775458" cy="62886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A16CAA-F5C3-F1DC-B2D6-11EF57576E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83" y="2238522"/>
            <a:ext cx="5799225" cy="2730577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5099B5-B150-A875-1888-4F36360C6E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98423"/>
            <a:ext cx="5850617" cy="2730577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6644F6-FAA4-DEF3-0A45-0C19BED14E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03811"/>
            <a:ext cx="5773587" cy="2730577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67212AA2-9D74-DABA-EE27-570DA842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690" y="873233"/>
            <a:ext cx="4701988" cy="867422"/>
          </a:xfr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US" dirty="0"/>
              <a:t>GIAO DIỆN WEBSITE </a:t>
            </a:r>
          </a:p>
        </p:txBody>
      </p:sp>
    </p:spTree>
    <p:extLst>
      <p:ext uri="{BB962C8B-B14F-4D97-AF65-F5344CB8AC3E}">
        <p14:creationId xmlns:p14="http://schemas.microsoft.com/office/powerpoint/2010/main" val="2383203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77555-EAA7-E7DF-F7E2-1776738B6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4B5E4C7-0446-6A3C-A761-4BF7C67B7DCB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ghtScreen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308" y="265385"/>
            <a:ext cx="11239509" cy="60024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FCA25F-0EEE-CB95-2D7F-7F1AA5C3B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361" y="1734310"/>
            <a:ext cx="4701988" cy="867422"/>
          </a:xfr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US" dirty="0"/>
              <a:t>GIAO DIỆN WEBSITE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BD066-B417-A5EF-AF6A-6FC141A8C1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66" y="1019427"/>
            <a:ext cx="6692927" cy="2755329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FB91B6-EADD-6944-3C4A-18E0705460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923" y="3316614"/>
            <a:ext cx="6884894" cy="3192775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41947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69A6E-00C7-87A8-BA97-BD76A22F8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EB38B-90FD-F0F1-DEA4-78918929B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ĐÁNH GIÁ – HƯỚNG PHÁT TRIỂN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CA42A2-005B-62D7-E7C4-B6C9763CF1C9}"/>
              </a:ext>
            </a:extLst>
          </p:cNvPr>
          <p:cNvSpPr txBox="1"/>
          <p:nvPr/>
        </p:nvSpPr>
        <p:spPr>
          <a:xfrm>
            <a:off x="528917" y="1118364"/>
            <a:ext cx="111341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3000" dirty="0">
                <a:latin typeface="+mj-lt"/>
              </a:rPr>
              <a:t>Hỗ</a:t>
            </a:r>
            <a:r>
              <a:rPr lang="en-US" sz="3000" dirty="0">
                <a:latin typeface="+mj-lt"/>
              </a:rPr>
              <a:t> </a:t>
            </a:r>
            <a:r>
              <a:rPr lang="vi-VN" sz="3000" dirty="0">
                <a:latin typeface="+mj-lt"/>
              </a:rPr>
              <a:t>trợ mô hình nâng cao Mở rộng sang các mô hình </a:t>
            </a:r>
            <a:r>
              <a:rPr lang="vi-VN" sz="3000" dirty="0" err="1">
                <a:latin typeface="+mj-lt"/>
              </a:rPr>
              <a:t>ôtômát</a:t>
            </a:r>
            <a:r>
              <a:rPr lang="vi-VN" sz="3000" dirty="0">
                <a:latin typeface="+mj-lt"/>
              </a:rPr>
              <a:t> phức tạp hơn như </a:t>
            </a:r>
            <a:r>
              <a:rPr lang="vi-VN" sz="3000" dirty="0" err="1">
                <a:latin typeface="+mj-lt"/>
              </a:rPr>
              <a:t>Pushdown</a:t>
            </a:r>
            <a:r>
              <a:rPr lang="vi-VN" sz="3000" dirty="0">
                <a:latin typeface="+mj-lt"/>
              </a:rPr>
              <a:t> </a:t>
            </a:r>
            <a:r>
              <a:rPr lang="vi-VN" sz="3000" dirty="0" err="1">
                <a:latin typeface="+mj-lt"/>
              </a:rPr>
              <a:t>Automata</a:t>
            </a:r>
            <a:r>
              <a:rPr lang="vi-VN" sz="3000" dirty="0">
                <a:latin typeface="+mj-lt"/>
              </a:rPr>
              <a:t> (PDA) hoặc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vi-VN" sz="3000" dirty="0">
                <a:latin typeface="+mj-lt"/>
              </a:rPr>
              <a:t>, phục vụ nghiên cứu nâng cao.</a:t>
            </a:r>
            <a:endParaRPr lang="en-US" sz="3000" dirty="0">
              <a:latin typeface="+mj-lt"/>
            </a:endParaRPr>
          </a:p>
        </p:txBody>
      </p:sp>
      <p:pic>
        <p:nvPicPr>
          <p:cNvPr id="3078" name="Picture 6" descr="Automata Theory Tutorial">
            <a:extLst>
              <a:ext uri="{FF2B5EF4-FFF2-40B4-BE49-F238E27FC236}">
                <a16:creationId xmlns:a16="http://schemas.microsoft.com/office/drawing/2014/main" id="{51D0C38E-1B41-0E7E-1252-80DA069AC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94" y="2595693"/>
            <a:ext cx="6791748" cy="2971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Văn phạm chính quy (rg : REGULAR GRAMMAR)">
            <a:extLst>
              <a:ext uri="{FF2B5EF4-FFF2-40B4-BE49-F238E27FC236}">
                <a16:creationId xmlns:a16="http://schemas.microsoft.com/office/drawing/2014/main" id="{205750E7-1D4E-551B-E625-284160C29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7173" y="2768245"/>
            <a:ext cx="5554168" cy="2896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2347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2DBD6-BA8B-492E-2C41-1DF95C259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AD7CB12-599C-748F-6D73-67256BEA6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143" y="3043655"/>
            <a:ext cx="11205713" cy="1705958"/>
          </a:xfrm>
        </p:spPr>
        <p:txBody>
          <a:bodyPr>
            <a:normAutofit/>
          </a:bodyPr>
          <a:lstStyle/>
          <a:p>
            <a:r>
              <a:rPr lang="vi-VN" dirty="0">
                <a:solidFill>
                  <a:srgbClr val="C00000"/>
                </a:solidFill>
              </a:rPr>
              <a:t>WEBSITE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vi-VN" dirty="0">
                <a:solidFill>
                  <a:srgbClr val="C00000"/>
                </a:solidFill>
              </a:rPr>
              <a:t>TƯƠNG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vi-VN" dirty="0">
                <a:solidFill>
                  <a:srgbClr val="C00000"/>
                </a:solidFill>
              </a:rPr>
              <a:t>TÁC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vi-VN" dirty="0">
                <a:solidFill>
                  <a:srgbClr val="C00000"/>
                </a:solidFill>
              </a:rPr>
              <a:t>GIẢI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vi-VN" dirty="0">
                <a:solidFill>
                  <a:srgbClr val="C00000"/>
                </a:solidFill>
              </a:rPr>
              <a:t>BÀI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vi-VN" dirty="0">
                <a:solidFill>
                  <a:srgbClr val="C00000"/>
                </a:solidFill>
              </a:rPr>
              <a:t>TẬP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vi-VN" dirty="0">
                <a:solidFill>
                  <a:srgbClr val="C00000"/>
                </a:solidFill>
              </a:rPr>
              <a:t>AUTOMATA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421F49A-A918-3042-7C50-6374CCA97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142" y="2185265"/>
            <a:ext cx="11205713" cy="114960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F5CA9"/>
                </a:solidFill>
              </a:rPr>
              <a:t>BÁO CÁO ĐỒ ÁN MÔN HỌC</a:t>
            </a:r>
          </a:p>
          <a:p>
            <a:r>
              <a:rPr lang="en-US" sz="2200" i="1" dirty="0">
                <a:solidFill>
                  <a:srgbClr val="1F5CA9"/>
                </a:solidFill>
              </a:rPr>
              <a:t>TIN HỌC LÝ THUYẾT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F4E5FED-F04B-D1F5-61D6-31586B73D8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3144" y="4924425"/>
            <a:ext cx="11205713" cy="1149605"/>
          </a:xfrm>
        </p:spPr>
        <p:txBody>
          <a:bodyPr/>
          <a:lstStyle/>
          <a:p>
            <a:r>
              <a:rPr lang="en-US" dirty="0"/>
              <a:t>Huỳnh Thanh Phong</a:t>
            </a:r>
          </a:p>
          <a:p>
            <a:r>
              <a:rPr lang="en-US" dirty="0"/>
              <a:t>B2207555</a:t>
            </a:r>
          </a:p>
          <a:p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: 10</a:t>
            </a:r>
          </a:p>
        </p:txBody>
      </p:sp>
    </p:spTree>
    <p:extLst>
      <p:ext uri="{BB962C8B-B14F-4D97-AF65-F5344CB8AC3E}">
        <p14:creationId xmlns:p14="http://schemas.microsoft.com/office/powerpoint/2010/main" val="3816664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4760</TotalTime>
  <Words>339</Words>
  <Application>Microsoft Office PowerPoint</Application>
  <PresentationFormat>Widescreen</PresentationFormat>
  <Paragraphs>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Barlow</vt:lpstr>
      <vt:lpstr>Cambria Math</vt:lpstr>
      <vt:lpstr>Calibri</vt:lpstr>
      <vt:lpstr>Arial</vt:lpstr>
      <vt:lpstr>Wingdings</vt:lpstr>
      <vt:lpstr>Readex Pro</vt:lpstr>
      <vt:lpstr>Times New Roman</vt:lpstr>
      <vt:lpstr>K2D</vt:lpstr>
      <vt:lpstr>Office Theme</vt:lpstr>
      <vt:lpstr>WEBSITE MÔ PHỎNG  GIẢI BÀI TẬP AUTOMATA</vt:lpstr>
      <vt:lpstr>WEBSITE TƯƠNG TÁC  GIẢI BÀI TẬP AUTOMATA</vt:lpstr>
      <vt:lpstr>NỘI DUNG CHÍNH</vt:lpstr>
      <vt:lpstr>MỤC TIÊU ĐỀ TÀI</vt:lpstr>
      <vt:lpstr>CƠ SỞ LÝ THUYẾT</vt:lpstr>
      <vt:lpstr>YÊU CẦU CHỨC NĂNG HỆ THỐNG</vt:lpstr>
      <vt:lpstr>CÔNG NGHỆ SỬ DỤNG</vt:lpstr>
      <vt:lpstr>THIẾT KẾ CẤU TRÚC DỮ LIỆU</vt:lpstr>
      <vt:lpstr>THIẾT KẾ CẤU TRÚC DỮ LIỆU</vt:lpstr>
      <vt:lpstr>GIAO DIỆN WEBSITE </vt:lpstr>
      <vt:lpstr>GIAO DIỆN WEBSITE </vt:lpstr>
      <vt:lpstr>GIAO DIỆN WEBSITE </vt:lpstr>
      <vt:lpstr>ĐÁNH GIÁ – HƯỚNG PHÁT TRIỂN</vt:lpstr>
      <vt:lpstr>WEBSITE TƯƠNG TÁC  GIẢI BÀI TẬP AUTOMATA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Huỳnh Thanh Phong - B2207555</cp:lastModifiedBy>
  <cp:revision>326</cp:revision>
  <dcterms:created xsi:type="dcterms:W3CDTF">2022-07-01T08:15:51Z</dcterms:created>
  <dcterms:modified xsi:type="dcterms:W3CDTF">2025-11-21T01:09:19Z</dcterms:modified>
</cp:coreProperties>
</file>